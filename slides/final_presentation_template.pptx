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8" r:id="rId2"/>
    <p:sldId id="279" r:id="rId3"/>
    <p:sldId id="292" r:id="rId4"/>
    <p:sldId id="291" r:id="rId5"/>
    <p:sldId id="284" r:id="rId6"/>
  </p:sldIdLst>
  <p:sldSz cx="12192000" cy="6858000"/>
  <p:notesSz cx="13258800" cy="239252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64363" autoAdjust="0"/>
  </p:normalViewPr>
  <p:slideViewPr>
    <p:cSldViewPr snapToGrid="0">
      <p:cViewPr varScale="1">
        <p:scale>
          <a:sx n="75" d="100"/>
          <a:sy n="75" d="100"/>
        </p:scale>
        <p:origin x="136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08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E6E92A1-E2B0-4FFB-B0C0-83C1DFA4FF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745480" cy="1200416"/>
          </a:xfrm>
          <a:prstGeom prst="rect">
            <a:avLst/>
          </a:prstGeom>
        </p:spPr>
        <p:txBody>
          <a:bodyPr vert="horz" lIns="212479" tIns="106240" rIns="212479" bIns="106240" rtlCol="0"/>
          <a:lstStyle>
            <a:lvl1pPr algn="l">
              <a:defRPr sz="28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73F8AB-890A-4988-A1BB-F922044C8E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510252" y="0"/>
            <a:ext cx="5745480" cy="1200416"/>
          </a:xfrm>
          <a:prstGeom prst="rect">
            <a:avLst/>
          </a:prstGeom>
        </p:spPr>
        <p:txBody>
          <a:bodyPr vert="horz" lIns="212479" tIns="106240" rIns="212479" bIns="106240" rtlCol="0"/>
          <a:lstStyle>
            <a:lvl1pPr algn="r">
              <a:defRPr sz="2800"/>
            </a:lvl1pPr>
          </a:lstStyle>
          <a:p>
            <a:fld id="{5D634CDC-2FDF-4C1B-8C8F-397BA5B2D9C2}" type="datetimeFigureOut">
              <a:rPr lang="de-DE" smtClean="0"/>
              <a:t>26.02.2025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ED6664-2897-4653-B40D-806CB02A33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2724801"/>
            <a:ext cx="5745480" cy="1200413"/>
          </a:xfrm>
          <a:prstGeom prst="rect">
            <a:avLst/>
          </a:prstGeom>
        </p:spPr>
        <p:txBody>
          <a:bodyPr vert="horz" lIns="212479" tIns="106240" rIns="212479" bIns="106240" rtlCol="0" anchor="b"/>
          <a:lstStyle>
            <a:lvl1pPr algn="l">
              <a:defRPr sz="28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459F35-AA94-4DC2-BC1A-6376E31EBD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510252" y="22724801"/>
            <a:ext cx="5745480" cy="1200413"/>
          </a:xfrm>
          <a:prstGeom prst="rect">
            <a:avLst/>
          </a:prstGeom>
        </p:spPr>
        <p:txBody>
          <a:bodyPr vert="horz" lIns="212479" tIns="106240" rIns="212479" bIns="106240" rtlCol="0" anchor="b"/>
          <a:lstStyle>
            <a:lvl1pPr algn="r">
              <a:defRPr sz="2800"/>
            </a:lvl1pPr>
          </a:lstStyle>
          <a:p>
            <a:fld id="{51195541-E046-4C25-AC9C-3C3CC6DA51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7957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745480" cy="1200416"/>
          </a:xfrm>
          <a:prstGeom prst="rect">
            <a:avLst/>
          </a:prstGeom>
        </p:spPr>
        <p:txBody>
          <a:bodyPr vert="horz" lIns="212479" tIns="106240" rIns="212479" bIns="106240" rtlCol="0"/>
          <a:lstStyle>
            <a:lvl1pPr algn="l">
              <a:defRPr sz="28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7510252" y="0"/>
            <a:ext cx="5745480" cy="1200416"/>
          </a:xfrm>
          <a:prstGeom prst="rect">
            <a:avLst/>
          </a:prstGeom>
        </p:spPr>
        <p:txBody>
          <a:bodyPr vert="horz" lIns="212479" tIns="106240" rIns="212479" bIns="106240" rtlCol="0"/>
          <a:lstStyle>
            <a:lvl1pPr algn="r">
              <a:defRPr sz="2800"/>
            </a:lvl1pPr>
          </a:lstStyle>
          <a:p>
            <a:fld id="{41D9D135-AC5D-412D-9E0E-623545EAE33D}" type="datetimeFigureOut">
              <a:rPr lang="de-DE" smtClean="0"/>
              <a:t>26.02.2025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546100" y="2990850"/>
            <a:ext cx="14351000" cy="8074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12479" tIns="106240" rIns="212479" bIns="10624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325880" y="11514009"/>
            <a:ext cx="10607040" cy="9420553"/>
          </a:xfrm>
          <a:prstGeom prst="rect">
            <a:avLst/>
          </a:prstGeom>
        </p:spPr>
        <p:txBody>
          <a:bodyPr vert="horz" lIns="212479" tIns="106240" rIns="212479" bIns="10624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22724801"/>
            <a:ext cx="5745480" cy="1200413"/>
          </a:xfrm>
          <a:prstGeom prst="rect">
            <a:avLst/>
          </a:prstGeom>
        </p:spPr>
        <p:txBody>
          <a:bodyPr vert="horz" lIns="212479" tIns="106240" rIns="212479" bIns="106240" rtlCol="0" anchor="b"/>
          <a:lstStyle>
            <a:lvl1pPr algn="l">
              <a:defRPr sz="28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7510252" y="22724801"/>
            <a:ext cx="5745480" cy="1200413"/>
          </a:xfrm>
          <a:prstGeom prst="rect">
            <a:avLst/>
          </a:prstGeom>
        </p:spPr>
        <p:txBody>
          <a:bodyPr vert="horz" lIns="212479" tIns="106240" rIns="212479" bIns="106240" rtlCol="0" anchor="b"/>
          <a:lstStyle>
            <a:lvl1pPr algn="r">
              <a:defRPr sz="2800"/>
            </a:lvl1pPr>
          </a:lstStyle>
          <a:p>
            <a:fld id="{4A2621F5-529A-4D54-A085-69F194259C1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938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2621F5-529A-4D54-A085-69F194259C1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4003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E28E2-1998-4876-9AAD-4F813257A0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323852"/>
            <a:ext cx="5724524" cy="2771774"/>
          </a:xfrm>
        </p:spPr>
        <p:txBody>
          <a:bodyPr anchor="t"/>
          <a:lstStyle>
            <a:lvl1pPr algn="l">
              <a:lnSpc>
                <a:spcPct val="97000"/>
              </a:lnSpc>
              <a:defRPr sz="24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8DB4C8-92CF-4A02-92E2-C0167466A2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1401238"/>
            <a:ext cx="5364162" cy="1694388"/>
          </a:xfrm>
          <a:prstGeom prst="rect">
            <a:avLst/>
          </a:prstGeom>
        </p:spPr>
        <p:txBody>
          <a:bodyPr lIns="0" rIns="0" anchor="t"/>
          <a:lstStyle>
            <a:lvl1pPr marL="0" indent="0" algn="l">
              <a:lnSpc>
                <a:spcPct val="97000"/>
              </a:lnSpc>
              <a:buNone/>
              <a:defRPr sz="14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Fakultät/Abteilung/</a:t>
            </a:r>
            <a:br>
              <a:rPr lang="de-DE" dirty="0"/>
            </a:br>
            <a:r>
              <a:rPr lang="de-DE" dirty="0"/>
              <a:t>Einrichtung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E94B90B-85F2-4700-9984-40B3237CFA85}"/>
              </a:ext>
            </a:extLst>
          </p:cNvPr>
          <p:cNvSpPr/>
          <p:nvPr userDrawn="1"/>
        </p:nvSpPr>
        <p:spPr>
          <a:xfrm>
            <a:off x="371476" y="340151"/>
            <a:ext cx="2860674" cy="9603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Hochschule </a:t>
            </a:r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München </a:t>
            </a:r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University </a:t>
            </a:r>
            <a:r>
              <a:rPr lang="de-DE" sz="1450" dirty="0" err="1"/>
              <a:t>of</a:t>
            </a:r>
            <a:endParaRPr lang="de-DE" sz="1450" dirty="0"/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Applied Sciences</a:t>
            </a:r>
          </a:p>
        </p:txBody>
      </p:sp>
      <p:grpSp>
        <p:nvGrpSpPr>
          <p:cNvPr id="19" name="Group 10">
            <a:extLst>
              <a:ext uri="{FF2B5EF4-FFF2-40B4-BE49-F238E27FC236}">
                <a16:creationId xmlns:a16="http://schemas.microsoft.com/office/drawing/2014/main" id="{880AF8DE-3DFF-4716-B7EB-1E1FD84F0F1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57189" y="3713847"/>
            <a:ext cx="7900988" cy="2913063"/>
            <a:chOff x="225" y="2270"/>
            <a:chExt cx="4977" cy="1835"/>
          </a:xfrm>
        </p:grpSpPr>
        <p:sp>
          <p:nvSpPr>
            <p:cNvPr id="20" name="AutoShape 9">
              <a:extLst>
                <a:ext uri="{FF2B5EF4-FFF2-40B4-BE49-F238E27FC236}">
                  <a16:creationId xmlns:a16="http://schemas.microsoft.com/office/drawing/2014/main" id="{B46A01CC-898C-4005-A5DC-47427EEE05D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25" y="2270"/>
              <a:ext cx="4967" cy="1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B2727DB2-5A27-4549-9EB5-3F1F7F729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0" y="2270"/>
              <a:ext cx="902" cy="912"/>
            </a:xfrm>
            <a:custGeom>
              <a:avLst/>
              <a:gdLst>
                <a:gd name="T0" fmla="*/ 679 w 902"/>
                <a:gd name="T1" fmla="*/ 0 h 912"/>
                <a:gd name="T2" fmla="*/ 0 w 902"/>
                <a:gd name="T3" fmla="*/ 236 h 912"/>
                <a:gd name="T4" fmla="*/ 223 w 902"/>
                <a:gd name="T5" fmla="*/ 912 h 912"/>
                <a:gd name="T6" fmla="*/ 902 w 902"/>
                <a:gd name="T7" fmla="*/ 687 h 912"/>
                <a:gd name="T8" fmla="*/ 679 w 902"/>
                <a:gd name="T9" fmla="*/ 0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2" h="912">
                  <a:moveTo>
                    <a:pt x="679" y="0"/>
                  </a:moveTo>
                  <a:lnTo>
                    <a:pt x="0" y="236"/>
                  </a:lnTo>
                  <a:lnTo>
                    <a:pt x="223" y="912"/>
                  </a:lnTo>
                  <a:lnTo>
                    <a:pt x="902" y="687"/>
                  </a:lnTo>
                  <a:lnTo>
                    <a:pt x="679" y="0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A353ACD0-ECD5-4254-8D28-E8689AD3C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5" y="2270"/>
              <a:ext cx="1507" cy="1825"/>
            </a:xfrm>
            <a:custGeom>
              <a:avLst/>
              <a:gdLst>
                <a:gd name="T0" fmla="*/ 1285 w 1507"/>
                <a:gd name="T1" fmla="*/ 805 h 1825"/>
                <a:gd name="T2" fmla="*/ 223 w 1507"/>
                <a:gd name="T3" fmla="*/ 805 h 1825"/>
                <a:gd name="T4" fmla="*/ 223 w 1507"/>
                <a:gd name="T5" fmla="*/ 0 h 1825"/>
                <a:gd name="T6" fmla="*/ 0 w 1507"/>
                <a:gd name="T7" fmla="*/ 0 h 1825"/>
                <a:gd name="T8" fmla="*/ 0 w 1507"/>
                <a:gd name="T9" fmla="*/ 1825 h 1825"/>
                <a:gd name="T10" fmla="*/ 223 w 1507"/>
                <a:gd name="T11" fmla="*/ 1825 h 1825"/>
                <a:gd name="T12" fmla="*/ 223 w 1507"/>
                <a:gd name="T13" fmla="*/ 998 h 1825"/>
                <a:gd name="T14" fmla="*/ 1285 w 1507"/>
                <a:gd name="T15" fmla="*/ 998 h 1825"/>
                <a:gd name="T16" fmla="*/ 1285 w 1507"/>
                <a:gd name="T17" fmla="*/ 1825 h 1825"/>
                <a:gd name="T18" fmla="*/ 1507 w 1507"/>
                <a:gd name="T19" fmla="*/ 1825 h 1825"/>
                <a:gd name="T20" fmla="*/ 1507 w 1507"/>
                <a:gd name="T21" fmla="*/ 0 h 1825"/>
                <a:gd name="T22" fmla="*/ 1285 w 1507"/>
                <a:gd name="T23" fmla="*/ 0 h 1825"/>
                <a:gd name="T24" fmla="*/ 1285 w 1507"/>
                <a:gd name="T25" fmla="*/ 805 h 1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7" h="1825">
                  <a:moveTo>
                    <a:pt x="1285" y="805"/>
                  </a:moveTo>
                  <a:lnTo>
                    <a:pt x="223" y="805"/>
                  </a:lnTo>
                  <a:lnTo>
                    <a:pt x="223" y="0"/>
                  </a:lnTo>
                  <a:lnTo>
                    <a:pt x="0" y="0"/>
                  </a:lnTo>
                  <a:lnTo>
                    <a:pt x="0" y="1825"/>
                  </a:lnTo>
                  <a:lnTo>
                    <a:pt x="223" y="1825"/>
                  </a:lnTo>
                  <a:lnTo>
                    <a:pt x="223" y="998"/>
                  </a:lnTo>
                  <a:lnTo>
                    <a:pt x="1285" y="998"/>
                  </a:lnTo>
                  <a:lnTo>
                    <a:pt x="1285" y="1825"/>
                  </a:lnTo>
                  <a:lnTo>
                    <a:pt x="1507" y="1825"/>
                  </a:lnTo>
                  <a:lnTo>
                    <a:pt x="1507" y="0"/>
                  </a:lnTo>
                  <a:lnTo>
                    <a:pt x="1285" y="0"/>
                  </a:lnTo>
                  <a:lnTo>
                    <a:pt x="1285" y="805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C72253F6-4D84-4F58-B41B-9F894157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0" y="2270"/>
              <a:ext cx="1804" cy="1825"/>
            </a:xfrm>
            <a:custGeom>
              <a:avLst/>
              <a:gdLst>
                <a:gd name="T0" fmla="*/ 912 w 1804"/>
                <a:gd name="T1" fmla="*/ 1546 h 1825"/>
                <a:gd name="T2" fmla="*/ 912 w 1804"/>
                <a:gd name="T3" fmla="*/ 1546 h 1825"/>
                <a:gd name="T4" fmla="*/ 339 w 1804"/>
                <a:gd name="T5" fmla="*/ 0 h 1825"/>
                <a:gd name="T6" fmla="*/ 0 w 1804"/>
                <a:gd name="T7" fmla="*/ 0 h 1825"/>
                <a:gd name="T8" fmla="*/ 0 w 1804"/>
                <a:gd name="T9" fmla="*/ 1825 h 1825"/>
                <a:gd name="T10" fmla="*/ 212 w 1804"/>
                <a:gd name="T11" fmla="*/ 1825 h 1825"/>
                <a:gd name="T12" fmla="*/ 212 w 1804"/>
                <a:gd name="T13" fmla="*/ 225 h 1825"/>
                <a:gd name="T14" fmla="*/ 212 w 1804"/>
                <a:gd name="T15" fmla="*/ 225 h 1825"/>
                <a:gd name="T16" fmla="*/ 817 w 1804"/>
                <a:gd name="T17" fmla="*/ 1825 h 1825"/>
                <a:gd name="T18" fmla="*/ 987 w 1804"/>
                <a:gd name="T19" fmla="*/ 1825 h 1825"/>
                <a:gd name="T20" fmla="*/ 1592 w 1804"/>
                <a:gd name="T21" fmla="*/ 225 h 1825"/>
                <a:gd name="T22" fmla="*/ 1602 w 1804"/>
                <a:gd name="T23" fmla="*/ 225 h 1825"/>
                <a:gd name="T24" fmla="*/ 1602 w 1804"/>
                <a:gd name="T25" fmla="*/ 1825 h 1825"/>
                <a:gd name="T26" fmla="*/ 1804 w 1804"/>
                <a:gd name="T27" fmla="*/ 1825 h 1825"/>
                <a:gd name="T28" fmla="*/ 1804 w 1804"/>
                <a:gd name="T29" fmla="*/ 0 h 1825"/>
                <a:gd name="T30" fmla="*/ 1485 w 1804"/>
                <a:gd name="T31" fmla="*/ 0 h 1825"/>
                <a:gd name="T32" fmla="*/ 912 w 1804"/>
                <a:gd name="T33" fmla="*/ 1546 h 1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04" h="1825">
                  <a:moveTo>
                    <a:pt x="912" y="1546"/>
                  </a:moveTo>
                  <a:lnTo>
                    <a:pt x="912" y="1546"/>
                  </a:lnTo>
                  <a:lnTo>
                    <a:pt x="339" y="0"/>
                  </a:lnTo>
                  <a:lnTo>
                    <a:pt x="0" y="0"/>
                  </a:lnTo>
                  <a:lnTo>
                    <a:pt x="0" y="1825"/>
                  </a:lnTo>
                  <a:lnTo>
                    <a:pt x="212" y="1825"/>
                  </a:lnTo>
                  <a:lnTo>
                    <a:pt x="212" y="225"/>
                  </a:lnTo>
                  <a:lnTo>
                    <a:pt x="212" y="225"/>
                  </a:lnTo>
                  <a:lnTo>
                    <a:pt x="817" y="1825"/>
                  </a:lnTo>
                  <a:lnTo>
                    <a:pt x="987" y="1825"/>
                  </a:lnTo>
                  <a:lnTo>
                    <a:pt x="1592" y="225"/>
                  </a:lnTo>
                  <a:lnTo>
                    <a:pt x="1602" y="225"/>
                  </a:lnTo>
                  <a:lnTo>
                    <a:pt x="1602" y="1825"/>
                  </a:lnTo>
                  <a:lnTo>
                    <a:pt x="1804" y="1825"/>
                  </a:lnTo>
                  <a:lnTo>
                    <a:pt x="1804" y="0"/>
                  </a:lnTo>
                  <a:lnTo>
                    <a:pt x="1485" y="0"/>
                  </a:lnTo>
                  <a:lnTo>
                    <a:pt x="912" y="1546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95944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hre: 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E28E2-1998-4876-9AAD-4F813257A0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4331" y="308934"/>
            <a:ext cx="11456193" cy="1100766"/>
          </a:xfrm>
        </p:spPr>
        <p:txBody>
          <a:bodyPr anchor="t"/>
          <a:lstStyle>
            <a:lvl1pPr algn="l">
              <a:lnSpc>
                <a:spcPct val="90000"/>
              </a:lnSpc>
              <a:defRPr sz="38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8DB4C8-92CF-4A02-92E2-C0167466A2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2270" y="1512570"/>
            <a:ext cx="11456192" cy="1100766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97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Vorname Name</a:t>
            </a:r>
            <a:br>
              <a:rPr lang="de-DE"/>
            </a:br>
            <a:r>
              <a:rPr lang="de-DE"/>
              <a:t>Fakultät oder Einheit</a:t>
            </a:r>
            <a:br>
              <a:rPr lang="de-DE"/>
            </a:br>
            <a:r>
              <a:rPr lang="de-DE"/>
              <a:t>Datum</a:t>
            </a:r>
            <a:endParaRPr lang="de-DE" dirty="0"/>
          </a:p>
        </p:txBody>
      </p:sp>
      <p:grpSp>
        <p:nvGrpSpPr>
          <p:cNvPr id="19" name="Group 10">
            <a:extLst>
              <a:ext uri="{FF2B5EF4-FFF2-40B4-BE49-F238E27FC236}">
                <a16:creationId xmlns:a16="http://schemas.microsoft.com/office/drawing/2014/main" id="{880AF8DE-3DFF-4716-B7EB-1E1FD84F0F1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64332" y="5163234"/>
            <a:ext cx="3950499" cy="1456533"/>
            <a:chOff x="225" y="2270"/>
            <a:chExt cx="4977" cy="1835"/>
          </a:xfrm>
        </p:grpSpPr>
        <p:sp>
          <p:nvSpPr>
            <p:cNvPr id="20" name="AutoShape 9">
              <a:extLst>
                <a:ext uri="{FF2B5EF4-FFF2-40B4-BE49-F238E27FC236}">
                  <a16:creationId xmlns:a16="http://schemas.microsoft.com/office/drawing/2014/main" id="{B46A01CC-898C-4005-A5DC-47427EEE05D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25" y="2270"/>
              <a:ext cx="4967" cy="1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B2727DB2-5A27-4549-9EB5-3F1F7F729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0" y="2270"/>
              <a:ext cx="902" cy="912"/>
            </a:xfrm>
            <a:custGeom>
              <a:avLst/>
              <a:gdLst>
                <a:gd name="T0" fmla="*/ 679 w 902"/>
                <a:gd name="T1" fmla="*/ 0 h 912"/>
                <a:gd name="T2" fmla="*/ 0 w 902"/>
                <a:gd name="T3" fmla="*/ 236 h 912"/>
                <a:gd name="T4" fmla="*/ 223 w 902"/>
                <a:gd name="T5" fmla="*/ 912 h 912"/>
                <a:gd name="T6" fmla="*/ 902 w 902"/>
                <a:gd name="T7" fmla="*/ 687 h 912"/>
                <a:gd name="T8" fmla="*/ 679 w 902"/>
                <a:gd name="T9" fmla="*/ 0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2" h="912">
                  <a:moveTo>
                    <a:pt x="679" y="0"/>
                  </a:moveTo>
                  <a:lnTo>
                    <a:pt x="0" y="236"/>
                  </a:lnTo>
                  <a:lnTo>
                    <a:pt x="223" y="912"/>
                  </a:lnTo>
                  <a:lnTo>
                    <a:pt x="902" y="687"/>
                  </a:lnTo>
                  <a:lnTo>
                    <a:pt x="679" y="0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A353ACD0-ECD5-4254-8D28-E8689AD3C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5" y="2270"/>
              <a:ext cx="1507" cy="1825"/>
            </a:xfrm>
            <a:custGeom>
              <a:avLst/>
              <a:gdLst>
                <a:gd name="T0" fmla="*/ 1285 w 1507"/>
                <a:gd name="T1" fmla="*/ 805 h 1825"/>
                <a:gd name="T2" fmla="*/ 223 w 1507"/>
                <a:gd name="T3" fmla="*/ 805 h 1825"/>
                <a:gd name="T4" fmla="*/ 223 w 1507"/>
                <a:gd name="T5" fmla="*/ 0 h 1825"/>
                <a:gd name="T6" fmla="*/ 0 w 1507"/>
                <a:gd name="T7" fmla="*/ 0 h 1825"/>
                <a:gd name="T8" fmla="*/ 0 w 1507"/>
                <a:gd name="T9" fmla="*/ 1825 h 1825"/>
                <a:gd name="T10" fmla="*/ 223 w 1507"/>
                <a:gd name="T11" fmla="*/ 1825 h 1825"/>
                <a:gd name="T12" fmla="*/ 223 w 1507"/>
                <a:gd name="T13" fmla="*/ 998 h 1825"/>
                <a:gd name="T14" fmla="*/ 1285 w 1507"/>
                <a:gd name="T15" fmla="*/ 998 h 1825"/>
                <a:gd name="T16" fmla="*/ 1285 w 1507"/>
                <a:gd name="T17" fmla="*/ 1825 h 1825"/>
                <a:gd name="T18" fmla="*/ 1507 w 1507"/>
                <a:gd name="T19" fmla="*/ 1825 h 1825"/>
                <a:gd name="T20" fmla="*/ 1507 w 1507"/>
                <a:gd name="T21" fmla="*/ 0 h 1825"/>
                <a:gd name="T22" fmla="*/ 1285 w 1507"/>
                <a:gd name="T23" fmla="*/ 0 h 1825"/>
                <a:gd name="T24" fmla="*/ 1285 w 1507"/>
                <a:gd name="T25" fmla="*/ 805 h 1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7" h="1825">
                  <a:moveTo>
                    <a:pt x="1285" y="805"/>
                  </a:moveTo>
                  <a:lnTo>
                    <a:pt x="223" y="805"/>
                  </a:lnTo>
                  <a:lnTo>
                    <a:pt x="223" y="0"/>
                  </a:lnTo>
                  <a:lnTo>
                    <a:pt x="0" y="0"/>
                  </a:lnTo>
                  <a:lnTo>
                    <a:pt x="0" y="1825"/>
                  </a:lnTo>
                  <a:lnTo>
                    <a:pt x="223" y="1825"/>
                  </a:lnTo>
                  <a:lnTo>
                    <a:pt x="223" y="998"/>
                  </a:lnTo>
                  <a:lnTo>
                    <a:pt x="1285" y="998"/>
                  </a:lnTo>
                  <a:lnTo>
                    <a:pt x="1285" y="1825"/>
                  </a:lnTo>
                  <a:lnTo>
                    <a:pt x="1507" y="1825"/>
                  </a:lnTo>
                  <a:lnTo>
                    <a:pt x="1507" y="0"/>
                  </a:lnTo>
                  <a:lnTo>
                    <a:pt x="1285" y="0"/>
                  </a:lnTo>
                  <a:lnTo>
                    <a:pt x="1285" y="805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C72253F6-4D84-4F58-B41B-9F894157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0" y="2270"/>
              <a:ext cx="1804" cy="1825"/>
            </a:xfrm>
            <a:custGeom>
              <a:avLst/>
              <a:gdLst>
                <a:gd name="T0" fmla="*/ 912 w 1804"/>
                <a:gd name="T1" fmla="*/ 1546 h 1825"/>
                <a:gd name="T2" fmla="*/ 912 w 1804"/>
                <a:gd name="T3" fmla="*/ 1546 h 1825"/>
                <a:gd name="T4" fmla="*/ 339 w 1804"/>
                <a:gd name="T5" fmla="*/ 0 h 1825"/>
                <a:gd name="T6" fmla="*/ 0 w 1804"/>
                <a:gd name="T7" fmla="*/ 0 h 1825"/>
                <a:gd name="T8" fmla="*/ 0 w 1804"/>
                <a:gd name="T9" fmla="*/ 1825 h 1825"/>
                <a:gd name="T10" fmla="*/ 212 w 1804"/>
                <a:gd name="T11" fmla="*/ 1825 h 1825"/>
                <a:gd name="T12" fmla="*/ 212 w 1804"/>
                <a:gd name="T13" fmla="*/ 225 h 1825"/>
                <a:gd name="T14" fmla="*/ 212 w 1804"/>
                <a:gd name="T15" fmla="*/ 225 h 1825"/>
                <a:gd name="T16" fmla="*/ 817 w 1804"/>
                <a:gd name="T17" fmla="*/ 1825 h 1825"/>
                <a:gd name="T18" fmla="*/ 987 w 1804"/>
                <a:gd name="T19" fmla="*/ 1825 h 1825"/>
                <a:gd name="T20" fmla="*/ 1592 w 1804"/>
                <a:gd name="T21" fmla="*/ 225 h 1825"/>
                <a:gd name="T22" fmla="*/ 1602 w 1804"/>
                <a:gd name="T23" fmla="*/ 225 h 1825"/>
                <a:gd name="T24" fmla="*/ 1602 w 1804"/>
                <a:gd name="T25" fmla="*/ 1825 h 1825"/>
                <a:gd name="T26" fmla="*/ 1804 w 1804"/>
                <a:gd name="T27" fmla="*/ 1825 h 1825"/>
                <a:gd name="T28" fmla="*/ 1804 w 1804"/>
                <a:gd name="T29" fmla="*/ 0 h 1825"/>
                <a:gd name="T30" fmla="*/ 1485 w 1804"/>
                <a:gd name="T31" fmla="*/ 0 h 1825"/>
                <a:gd name="T32" fmla="*/ 912 w 1804"/>
                <a:gd name="T33" fmla="*/ 1546 h 1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04" h="1825">
                  <a:moveTo>
                    <a:pt x="912" y="1546"/>
                  </a:moveTo>
                  <a:lnTo>
                    <a:pt x="912" y="1546"/>
                  </a:lnTo>
                  <a:lnTo>
                    <a:pt x="339" y="0"/>
                  </a:lnTo>
                  <a:lnTo>
                    <a:pt x="0" y="0"/>
                  </a:lnTo>
                  <a:lnTo>
                    <a:pt x="0" y="1825"/>
                  </a:lnTo>
                  <a:lnTo>
                    <a:pt x="212" y="1825"/>
                  </a:lnTo>
                  <a:lnTo>
                    <a:pt x="212" y="225"/>
                  </a:lnTo>
                  <a:lnTo>
                    <a:pt x="212" y="225"/>
                  </a:lnTo>
                  <a:lnTo>
                    <a:pt x="817" y="1825"/>
                  </a:lnTo>
                  <a:lnTo>
                    <a:pt x="987" y="1825"/>
                  </a:lnTo>
                  <a:lnTo>
                    <a:pt x="1592" y="225"/>
                  </a:lnTo>
                  <a:lnTo>
                    <a:pt x="1602" y="225"/>
                  </a:lnTo>
                  <a:lnTo>
                    <a:pt x="1602" y="1825"/>
                  </a:lnTo>
                  <a:lnTo>
                    <a:pt x="1804" y="1825"/>
                  </a:lnTo>
                  <a:lnTo>
                    <a:pt x="1804" y="0"/>
                  </a:lnTo>
                  <a:lnTo>
                    <a:pt x="1485" y="0"/>
                  </a:lnTo>
                  <a:lnTo>
                    <a:pt x="912" y="1546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12615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hre: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448885"/>
            <a:ext cx="11449049" cy="46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4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4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4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DLVC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7202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hre: Titel und Kern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448885"/>
            <a:ext cx="11449049" cy="468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4800" b="1"/>
            </a:lvl1pPr>
            <a:lvl2pPr marL="288000" indent="-21600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4800"/>
            </a:lvl2pPr>
            <a:lvl3pPr marL="504000" indent="-2160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4800"/>
            </a:lvl3pPr>
            <a:lvl4pPr marL="864000" indent="-2880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4800"/>
            </a:lvl4pPr>
            <a:lvl5pPr marL="1152000" indent="-2880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48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DLVC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6192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hre: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6" y="1448885"/>
            <a:ext cx="5585188" cy="46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4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4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4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58484" y="1444529"/>
            <a:ext cx="5585188" cy="46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4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4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4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DLVC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7925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hre: Zweispaltig mit Bod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6" y="1448885"/>
            <a:ext cx="5585188" cy="3506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4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4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4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58484" y="1444529"/>
            <a:ext cx="5585188" cy="35112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4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4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4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71476" y="5088550"/>
            <a:ext cx="11472196" cy="10984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4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4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4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DLVC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9507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hre: Titel und Inhalt, Ran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6" y="1448885"/>
            <a:ext cx="7879896" cy="46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4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4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4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DLVC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02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hre: Titel und Inhalt, Ran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287" y="1448885"/>
            <a:ext cx="7879896" cy="46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4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4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4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4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4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DLVC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9433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683B0D-4532-415B-B2BB-A2916631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0624"/>
            <a:ext cx="10982326" cy="64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9827BB-ADB3-4583-B44A-818CC5775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39307" y="6344444"/>
            <a:ext cx="1281217" cy="2160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13361CF-9A47-4C8C-A01E-566DC0626ACC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B0E150F-2DBF-4AFB-AEF1-215069AB2AC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44028"/>
            <a:ext cx="974484" cy="360000"/>
          </a:xfrm>
          <a:prstGeom prst="rect">
            <a:avLst/>
          </a:prstGeom>
        </p:spPr>
      </p:pic>
      <p:sp>
        <p:nvSpPr>
          <p:cNvPr id="11" name="Textplatzhalter 10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DLVC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280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6" r:id="rId3"/>
    <p:sldLayoutId id="2147483669" r:id="rId4"/>
    <p:sldLayoutId id="2147483668" r:id="rId5"/>
    <p:sldLayoutId id="2147483670" r:id="rId6"/>
    <p:sldLayoutId id="2147483667" r:id="rId7"/>
    <p:sldLayoutId id="2147483671" r:id="rId8"/>
  </p:sldLayoutIdLst>
  <p:hf hdr="0" dt="0"/>
  <p:txStyles>
    <p:titleStyle>
      <a:lvl1pPr algn="l" defTabSz="914400" rtl="0" eaLnBrk="1" latinLnBrk="0" hangingPunct="1">
        <a:lnSpc>
          <a:spcPct val="97000"/>
        </a:lnSpc>
        <a:spcBef>
          <a:spcPts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4375" indent="-171450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895350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936" userDrawn="1">
          <p15:clr>
            <a:srgbClr val="F26B43"/>
          </p15:clr>
        </p15:guide>
        <p15:guide id="4" pos="2036" userDrawn="1">
          <p15:clr>
            <a:srgbClr val="F26B43"/>
          </p15:clr>
        </p15:guide>
        <p15:guide id="5" pos="1136" userDrawn="1">
          <p15:clr>
            <a:srgbClr val="F26B43"/>
          </p15:clr>
        </p15:guide>
        <p15:guide id="6" pos="234" userDrawn="1">
          <p15:clr>
            <a:srgbClr val="F26B43"/>
          </p15:clr>
        </p15:guide>
        <p15:guide id="7" pos="4744" userDrawn="1">
          <p15:clr>
            <a:srgbClr val="F26B43"/>
          </p15:clr>
        </p15:guide>
        <p15:guide id="8" pos="5644" userDrawn="1">
          <p15:clr>
            <a:srgbClr val="F26B43"/>
          </p15:clr>
        </p15:guide>
        <p15:guide id="9" pos="6544" userDrawn="1">
          <p15:clr>
            <a:srgbClr val="F26B43"/>
          </p15:clr>
        </p15:guide>
        <p15:guide id="10" pos="7446" userDrawn="1">
          <p15:clr>
            <a:srgbClr val="F26B43"/>
          </p15:clr>
        </p15:guide>
        <p15:guide id="11" orient="horz" pos="4088" userDrawn="1">
          <p15:clr>
            <a:srgbClr val="F26B43"/>
          </p15:clr>
        </p15:guide>
        <p15:guide id="12" orient="horz" pos="3858" userDrawn="1">
          <p15:clr>
            <a:srgbClr val="F26B43"/>
          </p15:clr>
        </p15:guide>
        <p15:guide id="13" orient="horz" pos="3475" userDrawn="1">
          <p15:clr>
            <a:srgbClr val="F26B43"/>
          </p15:clr>
        </p15:guide>
        <p15:guide id="14" pos="3613" userDrawn="1">
          <p15:clr>
            <a:srgbClr val="F26B43"/>
          </p15:clr>
        </p15:guide>
        <p15:guide id="15" pos="4067" userDrawn="1">
          <p15:clr>
            <a:srgbClr val="F26B43"/>
          </p15:clr>
        </p15:guide>
        <p15:guide id="16" orient="horz" pos="120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BD2CC-97D0-4788-B19D-D326216A6D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400" dirty="0"/>
              <a:t>Team [X]: [Topic]</a:t>
            </a:r>
            <a:br>
              <a:rPr lang="de-DE" sz="2400" b="0" dirty="0"/>
            </a:br>
            <a:br>
              <a:rPr lang="de-DE" sz="1450" b="0" dirty="0"/>
            </a:br>
            <a:r>
              <a:rPr lang="de-DE" sz="1450" b="0" dirty="0"/>
              <a:t>[Date]</a:t>
            </a:r>
            <a:br>
              <a:rPr lang="de-DE" sz="1450" b="0" dirty="0"/>
            </a:br>
            <a:r>
              <a:rPr lang="de-DE" sz="1450" b="0" dirty="0"/>
              <a:t>[Project Members]</a:t>
            </a:r>
            <a:br>
              <a:rPr lang="de-DE" sz="1450" b="0" dirty="0"/>
            </a:br>
            <a:br>
              <a:rPr lang="de-DE" sz="1450" b="0" dirty="0"/>
            </a:br>
            <a:br>
              <a:rPr lang="de-DE" sz="1450" b="0" dirty="0"/>
            </a:br>
            <a:r>
              <a:rPr lang="de-DE" sz="2400" dirty="0"/>
              <a:t>Deep Learning in Visual Computing</a:t>
            </a:r>
            <a:br>
              <a:rPr lang="de-DE" sz="2400" dirty="0"/>
            </a:br>
            <a:br>
              <a:rPr lang="de-DE" sz="2400" dirty="0"/>
            </a:br>
            <a:endParaRPr lang="de-DE" sz="2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4F6F69-0588-4E09-9385-B89E70837B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Fakultät für Informatik und Mathematik</a:t>
            </a:r>
          </a:p>
        </p:txBody>
      </p:sp>
    </p:spTree>
    <p:extLst>
      <p:ext uri="{BB962C8B-B14F-4D97-AF65-F5344CB8AC3E}">
        <p14:creationId xmlns:p14="http://schemas.microsoft.com/office/powerpoint/2010/main" val="953452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DLVC</a:t>
            </a:r>
            <a:endParaRPr lang="de-DE" dirty="0"/>
          </a:p>
        </p:txBody>
      </p:sp>
      <p:grpSp>
        <p:nvGrpSpPr>
          <p:cNvPr id="15" name="Gruppieren 14"/>
          <p:cNvGrpSpPr/>
          <p:nvPr/>
        </p:nvGrpSpPr>
        <p:grpSpPr>
          <a:xfrm>
            <a:off x="371473" y="2112741"/>
            <a:ext cx="1810023" cy="2492861"/>
            <a:chOff x="371475" y="950147"/>
            <a:chExt cx="1810023" cy="2492861"/>
          </a:xfrm>
        </p:grpSpPr>
        <p:sp>
          <p:nvSpPr>
            <p:cNvPr id="6" name="Rechteck 5"/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16" name="Gruppieren 15"/>
          <p:cNvGrpSpPr/>
          <p:nvPr/>
        </p:nvGrpSpPr>
        <p:grpSpPr>
          <a:xfrm>
            <a:off x="2781230" y="2112741"/>
            <a:ext cx="1810023" cy="2492861"/>
            <a:chOff x="371475" y="950147"/>
            <a:chExt cx="1810023" cy="2492861"/>
          </a:xfrm>
        </p:grpSpPr>
        <p:sp>
          <p:nvSpPr>
            <p:cNvPr id="17" name="Rechteck 16"/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18" name="Textfeld 17"/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20" name="Gruppieren 19"/>
          <p:cNvGrpSpPr/>
          <p:nvPr/>
        </p:nvGrpSpPr>
        <p:grpSpPr>
          <a:xfrm>
            <a:off x="5190987" y="2112741"/>
            <a:ext cx="1810023" cy="2492861"/>
            <a:chOff x="371475" y="950147"/>
            <a:chExt cx="1810023" cy="2492861"/>
          </a:xfrm>
        </p:grpSpPr>
        <p:sp>
          <p:nvSpPr>
            <p:cNvPr id="21" name="Rechteck 20"/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22" name="Textfeld 21"/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24" name="Gruppieren 23"/>
          <p:cNvGrpSpPr/>
          <p:nvPr/>
        </p:nvGrpSpPr>
        <p:grpSpPr>
          <a:xfrm>
            <a:off x="7600744" y="2112741"/>
            <a:ext cx="1810023" cy="2492861"/>
            <a:chOff x="371475" y="950147"/>
            <a:chExt cx="1810023" cy="2492861"/>
          </a:xfrm>
        </p:grpSpPr>
        <p:sp>
          <p:nvSpPr>
            <p:cNvPr id="25" name="Rechteck 24"/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26" name="Textfeld 25"/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28" name="Gruppieren 27"/>
          <p:cNvGrpSpPr/>
          <p:nvPr/>
        </p:nvGrpSpPr>
        <p:grpSpPr>
          <a:xfrm>
            <a:off x="10010501" y="2112741"/>
            <a:ext cx="1810023" cy="2492861"/>
            <a:chOff x="371475" y="950147"/>
            <a:chExt cx="1810023" cy="2492861"/>
          </a:xfrm>
        </p:grpSpPr>
        <p:sp>
          <p:nvSpPr>
            <p:cNvPr id="29" name="Rechteck 28"/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30" name="Textfeld 29"/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9542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[Content]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DLVC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13388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Work </a:t>
            </a:r>
            <a:r>
              <a:rPr lang="de-DE" b="0" dirty="0"/>
              <a:t>(</a:t>
            </a:r>
            <a:r>
              <a:rPr lang="de-DE" b="0" dirty="0" err="1"/>
              <a:t>for</a:t>
            </a:r>
            <a:r>
              <a:rPr lang="de-DE" b="0" dirty="0"/>
              <a:t> </a:t>
            </a:r>
            <a:r>
              <a:rPr lang="de-DE" b="0" dirty="0" err="1"/>
              <a:t>this</a:t>
            </a:r>
            <a:r>
              <a:rPr lang="de-DE" b="0" dirty="0"/>
              <a:t> </a:t>
            </a:r>
            <a:r>
              <a:rPr lang="de-DE" b="0" dirty="0" err="1"/>
              <a:t>presentation</a:t>
            </a:r>
            <a:r>
              <a:rPr lang="de-DE" b="0" dirty="0"/>
              <a:t>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DLVC</a:t>
            </a:r>
            <a:endParaRPr lang="de-DE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172124"/>
              </p:ext>
            </p:extLst>
          </p:nvPr>
        </p:nvGraphicFramePr>
        <p:xfrm>
          <a:off x="371474" y="1235385"/>
          <a:ext cx="11449050" cy="4834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086">
                  <a:extLst>
                    <a:ext uri="{9D8B030D-6E8A-4147-A177-3AD203B41FA5}">
                      <a16:colId xmlns:a16="http://schemas.microsoft.com/office/drawing/2014/main" val="1599373868"/>
                    </a:ext>
                  </a:extLst>
                </a:gridCol>
                <a:gridCol w="9625964">
                  <a:extLst>
                    <a:ext uri="{9D8B030D-6E8A-4147-A177-3AD203B41FA5}">
                      <a16:colId xmlns:a16="http://schemas.microsoft.com/office/drawing/2014/main" val="1350983488"/>
                    </a:ext>
                  </a:extLst>
                </a:gridCol>
              </a:tblGrid>
              <a:tr h="805789">
                <a:tc>
                  <a:txBody>
                    <a:bodyPr/>
                    <a:lstStyle/>
                    <a:p>
                      <a:r>
                        <a:rPr lang="de-DE" dirty="0"/>
                        <a:t>Team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82208"/>
                  </a:ext>
                </a:extLst>
              </a:tr>
              <a:tr h="805789">
                <a:tc>
                  <a:txBody>
                    <a:bodyPr/>
                    <a:lstStyle/>
                    <a:p>
                      <a:r>
                        <a:rPr lang="de-DE" dirty="0"/>
                        <a:t>Mimi Muster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de-DE" baseline="0" dirty="0"/>
                        <a:t>…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555102"/>
                  </a:ext>
                </a:extLst>
              </a:tr>
              <a:tr h="805789">
                <a:tc>
                  <a:txBody>
                    <a:bodyPr/>
                    <a:lstStyle/>
                    <a:p>
                      <a:r>
                        <a:rPr lang="de-DE" dirty="0"/>
                        <a:t>Max Maler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15983"/>
                  </a:ext>
                </a:extLst>
              </a:tr>
              <a:tr h="805789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013381"/>
                  </a:ext>
                </a:extLst>
              </a:tr>
              <a:tr h="805789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529701"/>
                  </a:ext>
                </a:extLst>
              </a:tr>
              <a:tr h="805789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810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75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Discussion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DLVC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9929073"/>
      </p:ext>
    </p:extLst>
  </p:cSld>
  <p:clrMapOvr>
    <a:masterClrMapping/>
  </p:clrMapOvr>
</p:sld>
</file>

<file path=ppt/theme/theme1.xml><?xml version="1.0" encoding="utf-8"?>
<a:theme xmlns:a="http://schemas.openxmlformats.org/drawingml/2006/main" name="Hochschule München">
  <a:themeElements>
    <a:clrScheme name="HM Corporate Identity">
      <a:dk1>
        <a:sysClr val="windowText" lastClr="000000"/>
      </a:dk1>
      <a:lt1>
        <a:srgbClr val="FFFFFF"/>
      </a:lt1>
      <a:dk2>
        <a:srgbClr val="6E6E6E"/>
      </a:dk2>
      <a:lt2>
        <a:srgbClr val="C6C6C6"/>
      </a:lt2>
      <a:accent1>
        <a:srgbClr val="946CFF"/>
      </a:accent1>
      <a:accent2>
        <a:srgbClr val="3E46D9"/>
      </a:accent2>
      <a:accent3>
        <a:srgbClr val="4AD386"/>
      </a:accent3>
      <a:accent4>
        <a:srgbClr val="FFFF00"/>
      </a:accent4>
      <a:accent5>
        <a:srgbClr val="FF8021"/>
      </a:accent5>
      <a:accent6>
        <a:srgbClr val="FC5555"/>
      </a:accent6>
      <a:hlink>
        <a:srgbClr val="3200B5"/>
      </a:hlink>
      <a:folHlink>
        <a:srgbClr val="59A8D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lnSpc>
            <a:spcPct val="97000"/>
          </a:lnSpc>
          <a:defRPr sz="14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7000"/>
          </a:lnSpc>
          <a:defRPr sz="145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M_PowerPoint_16x9_2020-08-19.potx" id="{36F11FC6-5466-4E0A-89FF-E0E4304DFD44}" vid="{AA4DF9E3-E2DC-4B92-BD3B-8EF202BE8C56}"/>
    </a:ext>
  </a:extLst>
</a:theme>
</file>

<file path=ppt/theme/theme2.xml><?xml version="1.0" encoding="utf-8"?>
<a:theme xmlns:a="http://schemas.openxmlformats.org/drawingml/2006/main" name="Office">
  <a:themeElements>
    <a:clrScheme name="Benutzerdefiniert 1">
      <a:dk1>
        <a:sysClr val="windowText" lastClr="000000"/>
      </a:dk1>
      <a:lt1>
        <a:sysClr val="window" lastClr="FFFFFF"/>
      </a:lt1>
      <a:dk2>
        <a:srgbClr val="6E6E6E"/>
      </a:dk2>
      <a:lt2>
        <a:srgbClr val="F0F0F0"/>
      </a:lt2>
      <a:accent1>
        <a:srgbClr val="FC5555"/>
      </a:accent1>
      <a:accent2>
        <a:srgbClr val="4AD386"/>
      </a:accent2>
      <a:accent3>
        <a:srgbClr val="FFFF00"/>
      </a:accent3>
      <a:accent4>
        <a:srgbClr val="3E46D9"/>
      </a:accent4>
      <a:accent5>
        <a:srgbClr val="6E6E6E"/>
      </a:accent5>
      <a:accent6>
        <a:srgbClr val="C6C6C6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1">
      <a:dk1>
        <a:sysClr val="windowText" lastClr="000000"/>
      </a:dk1>
      <a:lt1>
        <a:sysClr val="window" lastClr="FFFFFF"/>
      </a:lt1>
      <a:dk2>
        <a:srgbClr val="6E6E6E"/>
      </a:dk2>
      <a:lt2>
        <a:srgbClr val="F0F0F0"/>
      </a:lt2>
      <a:accent1>
        <a:srgbClr val="FC5555"/>
      </a:accent1>
      <a:accent2>
        <a:srgbClr val="4AD386"/>
      </a:accent2>
      <a:accent3>
        <a:srgbClr val="FFFF00"/>
      </a:accent3>
      <a:accent4>
        <a:srgbClr val="3E46D9"/>
      </a:accent4>
      <a:accent5>
        <a:srgbClr val="6E6E6E"/>
      </a:accent5>
      <a:accent6>
        <a:srgbClr val="C6C6C6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HM_PowerPoint_16x9</Template>
  <TotalTime>0</TotalTime>
  <Words>76</Words>
  <Application>Microsoft Office PowerPoint</Application>
  <PresentationFormat>Breitbild</PresentationFormat>
  <Paragraphs>31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8" baseType="lpstr">
      <vt:lpstr>Arial</vt:lpstr>
      <vt:lpstr>Wingdings</vt:lpstr>
      <vt:lpstr>Hochschule München</vt:lpstr>
      <vt:lpstr>Team [X]: [Topic]  [Date] [Project Members]   Deep Learning in Visual Computing  </vt:lpstr>
      <vt:lpstr>Team</vt:lpstr>
      <vt:lpstr>PowerPoint-Präsentation</vt:lpstr>
      <vt:lpstr>Work (for this presentation)</vt:lpstr>
      <vt:lpstr>PowerPoint-Präsentation</vt:lpstr>
    </vt:vector>
  </TitlesOfParts>
  <Company>Hochschule München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Überschrift Unterüberschrift  Datum/Autor</dc:title>
  <dc:creator>Veronika Thurner</dc:creator>
  <cp:lastModifiedBy>Markus</cp:lastModifiedBy>
  <cp:revision>163</cp:revision>
  <cp:lastPrinted>2022-02-22T18:21:03Z</cp:lastPrinted>
  <dcterms:created xsi:type="dcterms:W3CDTF">2021-01-31T17:46:02Z</dcterms:created>
  <dcterms:modified xsi:type="dcterms:W3CDTF">2025-02-26T12:09:59Z</dcterms:modified>
</cp:coreProperties>
</file>