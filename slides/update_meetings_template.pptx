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78" r:id="rId2"/>
    <p:sldId id="279" r:id="rId3"/>
    <p:sldId id="298" r:id="rId4"/>
    <p:sldId id="299" r:id="rId5"/>
    <p:sldId id="303" r:id="rId6"/>
    <p:sldId id="305" r:id="rId7"/>
    <p:sldId id="304" r:id="rId8"/>
    <p:sldId id="301" r:id="rId9"/>
    <p:sldId id="306" r:id="rId10"/>
    <p:sldId id="307" r:id="rId11"/>
    <p:sldId id="308" r:id="rId12"/>
    <p:sldId id="309" r:id="rId13"/>
  </p:sldIdLst>
  <p:sldSz cx="12192000" cy="6858000"/>
  <p:notesSz cx="13258800" cy="239252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24917" autoAdjust="0"/>
    <p:restoredTop sz="64386" autoAdjust="0"/>
  </p:normalViewPr>
  <p:slideViewPr>
    <p:cSldViewPr snapToGrid="0">
      <p:cViewPr varScale="1">
        <p:scale>
          <a:sx n="90" d="100"/>
          <a:sy n="90" d="100"/>
        </p:scale>
        <p:origin x="208" y="93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21" d="100"/>
          <a:sy n="121" d="100"/>
        </p:scale>
        <p:origin x="4086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0E6E92A1-E2B0-4FFB-B0C0-83C1DFA4FF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745480" cy="1200416"/>
          </a:xfrm>
          <a:prstGeom prst="rect">
            <a:avLst/>
          </a:prstGeom>
        </p:spPr>
        <p:txBody>
          <a:bodyPr vert="horz" lIns="212479" tIns="106240" rIns="212479" bIns="106240" rtlCol="0"/>
          <a:lstStyle>
            <a:lvl1pPr algn="l">
              <a:defRPr sz="28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173F8AB-890A-4988-A1BB-F922044C8E5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510252" y="0"/>
            <a:ext cx="5745480" cy="1200416"/>
          </a:xfrm>
          <a:prstGeom prst="rect">
            <a:avLst/>
          </a:prstGeom>
        </p:spPr>
        <p:txBody>
          <a:bodyPr vert="horz" lIns="212479" tIns="106240" rIns="212479" bIns="106240" rtlCol="0"/>
          <a:lstStyle>
            <a:lvl1pPr algn="r">
              <a:defRPr sz="2800"/>
            </a:lvl1pPr>
          </a:lstStyle>
          <a:p>
            <a:fld id="{5D634CDC-2FDF-4C1B-8C8F-397BA5B2D9C2}" type="datetimeFigureOut">
              <a:rPr lang="de-DE" smtClean="0"/>
              <a:t>27.03.25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ED6664-2897-4653-B40D-806CB02A339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2724801"/>
            <a:ext cx="5745480" cy="1200413"/>
          </a:xfrm>
          <a:prstGeom prst="rect">
            <a:avLst/>
          </a:prstGeom>
        </p:spPr>
        <p:txBody>
          <a:bodyPr vert="horz" lIns="212479" tIns="106240" rIns="212479" bIns="106240" rtlCol="0" anchor="b"/>
          <a:lstStyle>
            <a:lvl1pPr algn="l">
              <a:defRPr sz="28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B459F35-AA94-4DC2-BC1A-6376E31EBD5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510252" y="22724801"/>
            <a:ext cx="5745480" cy="1200413"/>
          </a:xfrm>
          <a:prstGeom prst="rect">
            <a:avLst/>
          </a:prstGeom>
        </p:spPr>
        <p:txBody>
          <a:bodyPr vert="horz" lIns="212479" tIns="106240" rIns="212479" bIns="106240" rtlCol="0" anchor="b"/>
          <a:lstStyle>
            <a:lvl1pPr algn="r">
              <a:defRPr sz="2800"/>
            </a:lvl1pPr>
          </a:lstStyle>
          <a:p>
            <a:fld id="{51195541-E046-4C25-AC9C-3C3CC6DA515C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79577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745480" cy="1200416"/>
          </a:xfrm>
          <a:prstGeom prst="rect">
            <a:avLst/>
          </a:prstGeom>
        </p:spPr>
        <p:txBody>
          <a:bodyPr vert="horz" lIns="212479" tIns="106240" rIns="212479" bIns="106240" rtlCol="0"/>
          <a:lstStyle>
            <a:lvl1pPr algn="l">
              <a:defRPr sz="28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7510252" y="0"/>
            <a:ext cx="5745480" cy="1200416"/>
          </a:xfrm>
          <a:prstGeom prst="rect">
            <a:avLst/>
          </a:prstGeom>
        </p:spPr>
        <p:txBody>
          <a:bodyPr vert="horz" lIns="212479" tIns="106240" rIns="212479" bIns="106240" rtlCol="0"/>
          <a:lstStyle>
            <a:lvl1pPr algn="r">
              <a:defRPr sz="2800"/>
            </a:lvl1pPr>
          </a:lstStyle>
          <a:p>
            <a:fld id="{41D9D135-AC5D-412D-9E0E-623545EAE33D}" type="datetimeFigureOut">
              <a:rPr lang="de-DE" smtClean="0"/>
              <a:t>27.03.25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-546100" y="2990850"/>
            <a:ext cx="14351000" cy="8074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212479" tIns="106240" rIns="212479" bIns="10624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1325880" y="11514009"/>
            <a:ext cx="10607040" cy="9420553"/>
          </a:xfrm>
          <a:prstGeom prst="rect">
            <a:avLst/>
          </a:prstGeom>
        </p:spPr>
        <p:txBody>
          <a:bodyPr vert="horz" lIns="212479" tIns="106240" rIns="212479" bIns="10624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22724801"/>
            <a:ext cx="5745480" cy="1200413"/>
          </a:xfrm>
          <a:prstGeom prst="rect">
            <a:avLst/>
          </a:prstGeom>
        </p:spPr>
        <p:txBody>
          <a:bodyPr vert="horz" lIns="212479" tIns="106240" rIns="212479" bIns="106240" rtlCol="0" anchor="b"/>
          <a:lstStyle>
            <a:lvl1pPr algn="l">
              <a:defRPr sz="28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7510252" y="22724801"/>
            <a:ext cx="5745480" cy="1200413"/>
          </a:xfrm>
          <a:prstGeom prst="rect">
            <a:avLst/>
          </a:prstGeom>
        </p:spPr>
        <p:txBody>
          <a:bodyPr vert="horz" lIns="212479" tIns="106240" rIns="212479" bIns="106240" rtlCol="0" anchor="b"/>
          <a:lstStyle>
            <a:lvl1pPr algn="r">
              <a:defRPr sz="2800"/>
            </a:lvl1pPr>
          </a:lstStyle>
          <a:p>
            <a:fld id="{4A2621F5-529A-4D54-A085-69F194259C1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89380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A2621F5-529A-4D54-A085-69F194259C1B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40031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has been done since the last time? 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621F5-529A-4D54-A085-69F194259C1B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7540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has been done since the last time? 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621F5-529A-4D54-A085-69F194259C1B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1760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has been done since the last time? 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621F5-529A-4D54-A085-69F194259C1B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7211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has been done since the last time? 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621F5-529A-4D54-A085-69F194259C1B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459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has been done since the last time? 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621F5-529A-4D54-A085-69F194259C1B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282517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What has been done since the last time? 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2621F5-529A-4D54-A085-69F194259C1B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74558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5E28E2-1998-4876-9AAD-4F813257A0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6000" y="323852"/>
            <a:ext cx="5724524" cy="2771774"/>
          </a:xfrm>
        </p:spPr>
        <p:txBody>
          <a:bodyPr anchor="t"/>
          <a:lstStyle>
            <a:lvl1pPr algn="l">
              <a:lnSpc>
                <a:spcPct val="97000"/>
              </a:lnSpc>
              <a:defRPr sz="24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E8DB4C8-92CF-4A02-92E2-C0167466A2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1476" y="1401238"/>
            <a:ext cx="5364162" cy="1694388"/>
          </a:xfrm>
          <a:prstGeom prst="rect">
            <a:avLst/>
          </a:prstGeom>
        </p:spPr>
        <p:txBody>
          <a:bodyPr lIns="0" rIns="0" anchor="t"/>
          <a:lstStyle>
            <a:lvl1pPr marL="0" indent="0" algn="l">
              <a:lnSpc>
                <a:spcPct val="97000"/>
              </a:lnSpc>
              <a:buNone/>
              <a:defRPr sz="145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Fakultät/Abteilung/</a:t>
            </a:r>
            <a:br>
              <a:rPr lang="de-DE" dirty="0"/>
            </a:br>
            <a:r>
              <a:rPr lang="de-DE" dirty="0"/>
              <a:t>Einrichtung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E94B90B-85F2-4700-9984-40B3237CFA85}"/>
              </a:ext>
            </a:extLst>
          </p:cNvPr>
          <p:cNvSpPr/>
          <p:nvPr userDrawn="1"/>
        </p:nvSpPr>
        <p:spPr>
          <a:xfrm>
            <a:off x="371475" y="340151"/>
            <a:ext cx="4086225" cy="9603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450" dirty="0"/>
              <a:t>Hochschule München </a:t>
            </a:r>
          </a:p>
          <a:p>
            <a:pPr lvl="0" indent="0">
              <a:lnSpc>
                <a:spcPct val="97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de-DE" sz="1450" dirty="0"/>
              <a:t>University </a:t>
            </a:r>
            <a:r>
              <a:rPr lang="de-DE" sz="1450" dirty="0" err="1"/>
              <a:t>of</a:t>
            </a:r>
            <a:r>
              <a:rPr lang="de-DE" sz="1450" dirty="0"/>
              <a:t> Applied Sciences</a:t>
            </a:r>
          </a:p>
        </p:txBody>
      </p:sp>
      <p:grpSp>
        <p:nvGrpSpPr>
          <p:cNvPr id="19" name="Group 10">
            <a:extLst>
              <a:ext uri="{FF2B5EF4-FFF2-40B4-BE49-F238E27FC236}">
                <a16:creationId xmlns:a16="http://schemas.microsoft.com/office/drawing/2014/main" id="{880AF8DE-3DFF-4716-B7EB-1E1FD84F0F1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57189" y="3713847"/>
            <a:ext cx="7900988" cy="2913063"/>
            <a:chOff x="225" y="2270"/>
            <a:chExt cx="4977" cy="1835"/>
          </a:xfrm>
        </p:grpSpPr>
        <p:sp>
          <p:nvSpPr>
            <p:cNvPr id="20" name="AutoShape 9">
              <a:extLst>
                <a:ext uri="{FF2B5EF4-FFF2-40B4-BE49-F238E27FC236}">
                  <a16:creationId xmlns:a16="http://schemas.microsoft.com/office/drawing/2014/main" id="{B46A01CC-898C-4005-A5DC-47427EEE05D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25" y="2270"/>
              <a:ext cx="4967" cy="1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B2727DB2-5A27-4549-9EB5-3F1F7F7294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0" y="2270"/>
              <a:ext cx="902" cy="912"/>
            </a:xfrm>
            <a:custGeom>
              <a:avLst/>
              <a:gdLst>
                <a:gd name="T0" fmla="*/ 679 w 902"/>
                <a:gd name="T1" fmla="*/ 0 h 912"/>
                <a:gd name="T2" fmla="*/ 0 w 902"/>
                <a:gd name="T3" fmla="*/ 236 h 912"/>
                <a:gd name="T4" fmla="*/ 223 w 902"/>
                <a:gd name="T5" fmla="*/ 912 h 912"/>
                <a:gd name="T6" fmla="*/ 902 w 902"/>
                <a:gd name="T7" fmla="*/ 687 h 912"/>
                <a:gd name="T8" fmla="*/ 679 w 902"/>
                <a:gd name="T9" fmla="*/ 0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2" h="912">
                  <a:moveTo>
                    <a:pt x="679" y="0"/>
                  </a:moveTo>
                  <a:lnTo>
                    <a:pt x="0" y="236"/>
                  </a:lnTo>
                  <a:lnTo>
                    <a:pt x="223" y="912"/>
                  </a:lnTo>
                  <a:lnTo>
                    <a:pt x="902" y="687"/>
                  </a:lnTo>
                  <a:lnTo>
                    <a:pt x="679" y="0"/>
                  </a:lnTo>
                  <a:close/>
                </a:path>
              </a:pathLst>
            </a:custGeom>
            <a:solidFill>
              <a:srgbClr val="FC55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A353ACD0-ECD5-4254-8D28-E8689AD3C6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5" y="2270"/>
              <a:ext cx="1507" cy="1825"/>
            </a:xfrm>
            <a:custGeom>
              <a:avLst/>
              <a:gdLst>
                <a:gd name="T0" fmla="*/ 1285 w 1507"/>
                <a:gd name="T1" fmla="*/ 805 h 1825"/>
                <a:gd name="T2" fmla="*/ 223 w 1507"/>
                <a:gd name="T3" fmla="*/ 805 h 1825"/>
                <a:gd name="T4" fmla="*/ 223 w 1507"/>
                <a:gd name="T5" fmla="*/ 0 h 1825"/>
                <a:gd name="T6" fmla="*/ 0 w 1507"/>
                <a:gd name="T7" fmla="*/ 0 h 1825"/>
                <a:gd name="T8" fmla="*/ 0 w 1507"/>
                <a:gd name="T9" fmla="*/ 1825 h 1825"/>
                <a:gd name="T10" fmla="*/ 223 w 1507"/>
                <a:gd name="T11" fmla="*/ 1825 h 1825"/>
                <a:gd name="T12" fmla="*/ 223 w 1507"/>
                <a:gd name="T13" fmla="*/ 998 h 1825"/>
                <a:gd name="T14" fmla="*/ 1285 w 1507"/>
                <a:gd name="T15" fmla="*/ 998 h 1825"/>
                <a:gd name="T16" fmla="*/ 1285 w 1507"/>
                <a:gd name="T17" fmla="*/ 1825 h 1825"/>
                <a:gd name="T18" fmla="*/ 1507 w 1507"/>
                <a:gd name="T19" fmla="*/ 1825 h 1825"/>
                <a:gd name="T20" fmla="*/ 1507 w 1507"/>
                <a:gd name="T21" fmla="*/ 0 h 1825"/>
                <a:gd name="T22" fmla="*/ 1285 w 1507"/>
                <a:gd name="T23" fmla="*/ 0 h 1825"/>
                <a:gd name="T24" fmla="*/ 1285 w 1507"/>
                <a:gd name="T25" fmla="*/ 805 h 18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7" h="1825">
                  <a:moveTo>
                    <a:pt x="1285" y="805"/>
                  </a:moveTo>
                  <a:lnTo>
                    <a:pt x="223" y="805"/>
                  </a:lnTo>
                  <a:lnTo>
                    <a:pt x="223" y="0"/>
                  </a:lnTo>
                  <a:lnTo>
                    <a:pt x="0" y="0"/>
                  </a:lnTo>
                  <a:lnTo>
                    <a:pt x="0" y="1825"/>
                  </a:lnTo>
                  <a:lnTo>
                    <a:pt x="223" y="1825"/>
                  </a:lnTo>
                  <a:lnTo>
                    <a:pt x="223" y="998"/>
                  </a:lnTo>
                  <a:lnTo>
                    <a:pt x="1285" y="998"/>
                  </a:lnTo>
                  <a:lnTo>
                    <a:pt x="1285" y="1825"/>
                  </a:lnTo>
                  <a:lnTo>
                    <a:pt x="1507" y="1825"/>
                  </a:lnTo>
                  <a:lnTo>
                    <a:pt x="1507" y="0"/>
                  </a:lnTo>
                  <a:lnTo>
                    <a:pt x="1285" y="0"/>
                  </a:lnTo>
                  <a:lnTo>
                    <a:pt x="1285" y="805"/>
                  </a:lnTo>
                  <a:close/>
                </a:path>
              </a:pathLst>
            </a:custGeom>
            <a:solidFill>
              <a:srgbClr val="FC55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C72253F6-4D84-4F58-B41B-9F894157E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0" y="2270"/>
              <a:ext cx="1804" cy="1825"/>
            </a:xfrm>
            <a:custGeom>
              <a:avLst/>
              <a:gdLst>
                <a:gd name="T0" fmla="*/ 912 w 1804"/>
                <a:gd name="T1" fmla="*/ 1546 h 1825"/>
                <a:gd name="T2" fmla="*/ 912 w 1804"/>
                <a:gd name="T3" fmla="*/ 1546 h 1825"/>
                <a:gd name="T4" fmla="*/ 339 w 1804"/>
                <a:gd name="T5" fmla="*/ 0 h 1825"/>
                <a:gd name="T6" fmla="*/ 0 w 1804"/>
                <a:gd name="T7" fmla="*/ 0 h 1825"/>
                <a:gd name="T8" fmla="*/ 0 w 1804"/>
                <a:gd name="T9" fmla="*/ 1825 h 1825"/>
                <a:gd name="T10" fmla="*/ 212 w 1804"/>
                <a:gd name="T11" fmla="*/ 1825 h 1825"/>
                <a:gd name="T12" fmla="*/ 212 w 1804"/>
                <a:gd name="T13" fmla="*/ 225 h 1825"/>
                <a:gd name="T14" fmla="*/ 212 w 1804"/>
                <a:gd name="T15" fmla="*/ 225 h 1825"/>
                <a:gd name="T16" fmla="*/ 817 w 1804"/>
                <a:gd name="T17" fmla="*/ 1825 h 1825"/>
                <a:gd name="T18" fmla="*/ 987 w 1804"/>
                <a:gd name="T19" fmla="*/ 1825 h 1825"/>
                <a:gd name="T20" fmla="*/ 1592 w 1804"/>
                <a:gd name="T21" fmla="*/ 225 h 1825"/>
                <a:gd name="T22" fmla="*/ 1602 w 1804"/>
                <a:gd name="T23" fmla="*/ 225 h 1825"/>
                <a:gd name="T24" fmla="*/ 1602 w 1804"/>
                <a:gd name="T25" fmla="*/ 1825 h 1825"/>
                <a:gd name="T26" fmla="*/ 1804 w 1804"/>
                <a:gd name="T27" fmla="*/ 1825 h 1825"/>
                <a:gd name="T28" fmla="*/ 1804 w 1804"/>
                <a:gd name="T29" fmla="*/ 0 h 1825"/>
                <a:gd name="T30" fmla="*/ 1485 w 1804"/>
                <a:gd name="T31" fmla="*/ 0 h 1825"/>
                <a:gd name="T32" fmla="*/ 912 w 1804"/>
                <a:gd name="T33" fmla="*/ 1546 h 18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04" h="1825">
                  <a:moveTo>
                    <a:pt x="912" y="1546"/>
                  </a:moveTo>
                  <a:lnTo>
                    <a:pt x="912" y="1546"/>
                  </a:lnTo>
                  <a:lnTo>
                    <a:pt x="339" y="0"/>
                  </a:lnTo>
                  <a:lnTo>
                    <a:pt x="0" y="0"/>
                  </a:lnTo>
                  <a:lnTo>
                    <a:pt x="0" y="1825"/>
                  </a:lnTo>
                  <a:lnTo>
                    <a:pt x="212" y="1825"/>
                  </a:lnTo>
                  <a:lnTo>
                    <a:pt x="212" y="225"/>
                  </a:lnTo>
                  <a:lnTo>
                    <a:pt x="212" y="225"/>
                  </a:lnTo>
                  <a:lnTo>
                    <a:pt x="817" y="1825"/>
                  </a:lnTo>
                  <a:lnTo>
                    <a:pt x="987" y="1825"/>
                  </a:lnTo>
                  <a:lnTo>
                    <a:pt x="1592" y="225"/>
                  </a:lnTo>
                  <a:lnTo>
                    <a:pt x="1602" y="225"/>
                  </a:lnTo>
                  <a:lnTo>
                    <a:pt x="1602" y="1825"/>
                  </a:lnTo>
                  <a:lnTo>
                    <a:pt x="1804" y="1825"/>
                  </a:lnTo>
                  <a:lnTo>
                    <a:pt x="1804" y="0"/>
                  </a:lnTo>
                  <a:lnTo>
                    <a:pt x="1485" y="0"/>
                  </a:lnTo>
                  <a:lnTo>
                    <a:pt x="912" y="1546"/>
                  </a:lnTo>
                  <a:close/>
                </a:path>
              </a:pathLst>
            </a:custGeom>
            <a:solidFill>
              <a:srgbClr val="FC55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959449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hre: 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55E28E2-1998-4876-9AAD-4F813257A0A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4331" y="308934"/>
            <a:ext cx="11456193" cy="1100766"/>
          </a:xfrm>
        </p:spPr>
        <p:txBody>
          <a:bodyPr anchor="t"/>
          <a:lstStyle>
            <a:lvl1pPr algn="l">
              <a:lnSpc>
                <a:spcPct val="90000"/>
              </a:lnSpc>
              <a:defRPr sz="3800"/>
            </a:lvl1pPr>
          </a:lstStyle>
          <a:p>
            <a:r>
              <a:rPr lang="de-DE" dirty="0"/>
              <a:t>Überschrift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E8DB4C8-92CF-4A02-92E2-C0167466A2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72270" y="1512570"/>
            <a:ext cx="11456192" cy="1100766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l">
              <a:lnSpc>
                <a:spcPct val="97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Vorname Name</a:t>
            </a:r>
            <a:br>
              <a:rPr lang="de-DE" dirty="0"/>
            </a:br>
            <a:r>
              <a:rPr lang="de-DE" dirty="0"/>
              <a:t>Fakultät oder Einheit</a:t>
            </a:r>
            <a:br>
              <a:rPr lang="de-DE" dirty="0"/>
            </a:br>
            <a:r>
              <a:rPr lang="de-DE" dirty="0"/>
              <a:t>Datum</a:t>
            </a:r>
          </a:p>
        </p:txBody>
      </p:sp>
      <p:grpSp>
        <p:nvGrpSpPr>
          <p:cNvPr id="19" name="Group 10">
            <a:extLst>
              <a:ext uri="{FF2B5EF4-FFF2-40B4-BE49-F238E27FC236}">
                <a16:creationId xmlns:a16="http://schemas.microsoft.com/office/drawing/2014/main" id="{880AF8DE-3DFF-4716-B7EB-1E1FD84F0F1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364332" y="5163234"/>
            <a:ext cx="3950499" cy="1456533"/>
            <a:chOff x="225" y="2270"/>
            <a:chExt cx="4977" cy="1835"/>
          </a:xfrm>
        </p:grpSpPr>
        <p:sp>
          <p:nvSpPr>
            <p:cNvPr id="20" name="AutoShape 9">
              <a:extLst>
                <a:ext uri="{FF2B5EF4-FFF2-40B4-BE49-F238E27FC236}">
                  <a16:creationId xmlns:a16="http://schemas.microsoft.com/office/drawing/2014/main" id="{B46A01CC-898C-4005-A5DC-47427EEE05DC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auto">
            <a:xfrm>
              <a:off x="225" y="2270"/>
              <a:ext cx="4967" cy="18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B2727DB2-5A27-4549-9EB5-3F1F7F7294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0" y="2270"/>
              <a:ext cx="902" cy="912"/>
            </a:xfrm>
            <a:custGeom>
              <a:avLst/>
              <a:gdLst>
                <a:gd name="T0" fmla="*/ 679 w 902"/>
                <a:gd name="T1" fmla="*/ 0 h 912"/>
                <a:gd name="T2" fmla="*/ 0 w 902"/>
                <a:gd name="T3" fmla="*/ 236 h 912"/>
                <a:gd name="T4" fmla="*/ 223 w 902"/>
                <a:gd name="T5" fmla="*/ 912 h 912"/>
                <a:gd name="T6" fmla="*/ 902 w 902"/>
                <a:gd name="T7" fmla="*/ 687 h 912"/>
                <a:gd name="T8" fmla="*/ 679 w 902"/>
                <a:gd name="T9" fmla="*/ 0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02" h="912">
                  <a:moveTo>
                    <a:pt x="679" y="0"/>
                  </a:moveTo>
                  <a:lnTo>
                    <a:pt x="0" y="236"/>
                  </a:lnTo>
                  <a:lnTo>
                    <a:pt x="223" y="912"/>
                  </a:lnTo>
                  <a:lnTo>
                    <a:pt x="902" y="687"/>
                  </a:lnTo>
                  <a:lnTo>
                    <a:pt x="679" y="0"/>
                  </a:lnTo>
                  <a:close/>
                </a:path>
              </a:pathLst>
            </a:custGeom>
            <a:solidFill>
              <a:srgbClr val="FC55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2" name="Freeform 12">
              <a:extLst>
                <a:ext uri="{FF2B5EF4-FFF2-40B4-BE49-F238E27FC236}">
                  <a16:creationId xmlns:a16="http://schemas.microsoft.com/office/drawing/2014/main" id="{A353ACD0-ECD5-4254-8D28-E8689AD3C6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5" y="2270"/>
              <a:ext cx="1507" cy="1825"/>
            </a:xfrm>
            <a:custGeom>
              <a:avLst/>
              <a:gdLst>
                <a:gd name="T0" fmla="*/ 1285 w 1507"/>
                <a:gd name="T1" fmla="*/ 805 h 1825"/>
                <a:gd name="T2" fmla="*/ 223 w 1507"/>
                <a:gd name="T3" fmla="*/ 805 h 1825"/>
                <a:gd name="T4" fmla="*/ 223 w 1507"/>
                <a:gd name="T5" fmla="*/ 0 h 1825"/>
                <a:gd name="T6" fmla="*/ 0 w 1507"/>
                <a:gd name="T7" fmla="*/ 0 h 1825"/>
                <a:gd name="T8" fmla="*/ 0 w 1507"/>
                <a:gd name="T9" fmla="*/ 1825 h 1825"/>
                <a:gd name="T10" fmla="*/ 223 w 1507"/>
                <a:gd name="T11" fmla="*/ 1825 h 1825"/>
                <a:gd name="T12" fmla="*/ 223 w 1507"/>
                <a:gd name="T13" fmla="*/ 998 h 1825"/>
                <a:gd name="T14" fmla="*/ 1285 w 1507"/>
                <a:gd name="T15" fmla="*/ 998 h 1825"/>
                <a:gd name="T16" fmla="*/ 1285 w 1507"/>
                <a:gd name="T17" fmla="*/ 1825 h 1825"/>
                <a:gd name="T18" fmla="*/ 1507 w 1507"/>
                <a:gd name="T19" fmla="*/ 1825 h 1825"/>
                <a:gd name="T20" fmla="*/ 1507 w 1507"/>
                <a:gd name="T21" fmla="*/ 0 h 1825"/>
                <a:gd name="T22" fmla="*/ 1285 w 1507"/>
                <a:gd name="T23" fmla="*/ 0 h 1825"/>
                <a:gd name="T24" fmla="*/ 1285 w 1507"/>
                <a:gd name="T25" fmla="*/ 805 h 18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507" h="1825">
                  <a:moveTo>
                    <a:pt x="1285" y="805"/>
                  </a:moveTo>
                  <a:lnTo>
                    <a:pt x="223" y="805"/>
                  </a:lnTo>
                  <a:lnTo>
                    <a:pt x="223" y="0"/>
                  </a:lnTo>
                  <a:lnTo>
                    <a:pt x="0" y="0"/>
                  </a:lnTo>
                  <a:lnTo>
                    <a:pt x="0" y="1825"/>
                  </a:lnTo>
                  <a:lnTo>
                    <a:pt x="223" y="1825"/>
                  </a:lnTo>
                  <a:lnTo>
                    <a:pt x="223" y="998"/>
                  </a:lnTo>
                  <a:lnTo>
                    <a:pt x="1285" y="998"/>
                  </a:lnTo>
                  <a:lnTo>
                    <a:pt x="1285" y="1825"/>
                  </a:lnTo>
                  <a:lnTo>
                    <a:pt x="1507" y="1825"/>
                  </a:lnTo>
                  <a:lnTo>
                    <a:pt x="1507" y="0"/>
                  </a:lnTo>
                  <a:lnTo>
                    <a:pt x="1285" y="0"/>
                  </a:lnTo>
                  <a:lnTo>
                    <a:pt x="1285" y="805"/>
                  </a:lnTo>
                  <a:close/>
                </a:path>
              </a:pathLst>
            </a:custGeom>
            <a:solidFill>
              <a:srgbClr val="FC55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  <p:sp>
          <p:nvSpPr>
            <p:cNvPr id="23" name="Freeform 13">
              <a:extLst>
                <a:ext uri="{FF2B5EF4-FFF2-40B4-BE49-F238E27FC236}">
                  <a16:creationId xmlns:a16="http://schemas.microsoft.com/office/drawing/2014/main" id="{C72253F6-4D84-4F58-B41B-9F894157E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0" y="2270"/>
              <a:ext cx="1804" cy="1825"/>
            </a:xfrm>
            <a:custGeom>
              <a:avLst/>
              <a:gdLst>
                <a:gd name="T0" fmla="*/ 912 w 1804"/>
                <a:gd name="T1" fmla="*/ 1546 h 1825"/>
                <a:gd name="T2" fmla="*/ 912 w 1804"/>
                <a:gd name="T3" fmla="*/ 1546 h 1825"/>
                <a:gd name="T4" fmla="*/ 339 w 1804"/>
                <a:gd name="T5" fmla="*/ 0 h 1825"/>
                <a:gd name="T6" fmla="*/ 0 w 1804"/>
                <a:gd name="T7" fmla="*/ 0 h 1825"/>
                <a:gd name="T8" fmla="*/ 0 w 1804"/>
                <a:gd name="T9" fmla="*/ 1825 h 1825"/>
                <a:gd name="T10" fmla="*/ 212 w 1804"/>
                <a:gd name="T11" fmla="*/ 1825 h 1825"/>
                <a:gd name="T12" fmla="*/ 212 w 1804"/>
                <a:gd name="T13" fmla="*/ 225 h 1825"/>
                <a:gd name="T14" fmla="*/ 212 w 1804"/>
                <a:gd name="T15" fmla="*/ 225 h 1825"/>
                <a:gd name="T16" fmla="*/ 817 w 1804"/>
                <a:gd name="T17" fmla="*/ 1825 h 1825"/>
                <a:gd name="T18" fmla="*/ 987 w 1804"/>
                <a:gd name="T19" fmla="*/ 1825 h 1825"/>
                <a:gd name="T20" fmla="*/ 1592 w 1804"/>
                <a:gd name="T21" fmla="*/ 225 h 1825"/>
                <a:gd name="T22" fmla="*/ 1602 w 1804"/>
                <a:gd name="T23" fmla="*/ 225 h 1825"/>
                <a:gd name="T24" fmla="*/ 1602 w 1804"/>
                <a:gd name="T25" fmla="*/ 1825 h 1825"/>
                <a:gd name="T26" fmla="*/ 1804 w 1804"/>
                <a:gd name="T27" fmla="*/ 1825 h 1825"/>
                <a:gd name="T28" fmla="*/ 1804 w 1804"/>
                <a:gd name="T29" fmla="*/ 0 h 1825"/>
                <a:gd name="T30" fmla="*/ 1485 w 1804"/>
                <a:gd name="T31" fmla="*/ 0 h 1825"/>
                <a:gd name="T32" fmla="*/ 912 w 1804"/>
                <a:gd name="T33" fmla="*/ 1546 h 18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804" h="1825">
                  <a:moveTo>
                    <a:pt x="912" y="1546"/>
                  </a:moveTo>
                  <a:lnTo>
                    <a:pt x="912" y="1546"/>
                  </a:lnTo>
                  <a:lnTo>
                    <a:pt x="339" y="0"/>
                  </a:lnTo>
                  <a:lnTo>
                    <a:pt x="0" y="0"/>
                  </a:lnTo>
                  <a:lnTo>
                    <a:pt x="0" y="1825"/>
                  </a:lnTo>
                  <a:lnTo>
                    <a:pt x="212" y="1825"/>
                  </a:lnTo>
                  <a:lnTo>
                    <a:pt x="212" y="225"/>
                  </a:lnTo>
                  <a:lnTo>
                    <a:pt x="212" y="225"/>
                  </a:lnTo>
                  <a:lnTo>
                    <a:pt x="817" y="1825"/>
                  </a:lnTo>
                  <a:lnTo>
                    <a:pt x="987" y="1825"/>
                  </a:lnTo>
                  <a:lnTo>
                    <a:pt x="1592" y="225"/>
                  </a:lnTo>
                  <a:lnTo>
                    <a:pt x="1602" y="225"/>
                  </a:lnTo>
                  <a:lnTo>
                    <a:pt x="1602" y="1825"/>
                  </a:lnTo>
                  <a:lnTo>
                    <a:pt x="1804" y="1825"/>
                  </a:lnTo>
                  <a:lnTo>
                    <a:pt x="1804" y="0"/>
                  </a:lnTo>
                  <a:lnTo>
                    <a:pt x="1485" y="0"/>
                  </a:lnTo>
                  <a:lnTo>
                    <a:pt x="912" y="1546"/>
                  </a:lnTo>
                  <a:close/>
                </a:path>
              </a:pathLst>
            </a:custGeom>
            <a:solidFill>
              <a:srgbClr val="FC555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3312615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ehre: 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92293-4770-4CA4-8113-0DFF4F856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335385"/>
            <a:ext cx="11449051" cy="900000"/>
          </a:xfrm>
        </p:spPr>
        <p:txBody>
          <a:bodyPr/>
          <a:lstStyle>
            <a:lvl1pPr>
              <a:lnSpc>
                <a:spcPct val="90000"/>
              </a:lnSpc>
              <a:defRPr sz="30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EA2EC7-41FC-44DD-863C-7CFA3FD6D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448885"/>
            <a:ext cx="11449049" cy="46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sz="2000" b="1"/>
            </a:lvl1pPr>
            <a:lvl2pPr marL="288000" indent="-2160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§"/>
              <a:defRPr sz="2000"/>
            </a:lvl2pPr>
            <a:lvl3pPr marL="504000" indent="-216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2000"/>
            </a:lvl3pPr>
            <a:lvl4pPr marL="864000" indent="-288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defRPr sz="2000"/>
            </a:lvl4pPr>
            <a:lvl5pPr marL="1152000" indent="-28800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defRPr sz="20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ED7B0D-858E-458F-BB87-15D7840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39307" y="6319763"/>
            <a:ext cx="1281217" cy="216000"/>
          </a:xfrm>
        </p:spPr>
        <p:txBody>
          <a:bodyPr anchor="ctr"/>
          <a:lstStyle>
            <a:lvl1pPr>
              <a:defRPr sz="800"/>
            </a:lvl1pPr>
          </a:lstStyle>
          <a:p>
            <a:fld id="{A13361CF-9A47-4C8C-A01E-566DC0626AC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95B3B89-E926-4129-B76F-D6C2F1344D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6239055"/>
            <a:ext cx="974484" cy="360000"/>
          </a:xfrm>
          <a:prstGeom prst="rect">
            <a:avLst/>
          </a:prstGeom>
        </p:spPr>
      </p:pic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ECEE336-FDE1-47EE-ACEC-4156C183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87022" y="6305430"/>
            <a:ext cx="3932238" cy="227249"/>
          </a:xfrm>
          <a:prstGeom prst="rect">
            <a:avLst/>
          </a:prstGeom>
        </p:spPr>
        <p:txBody>
          <a:bodyPr wrap="none" anchor="ctr"/>
          <a:lstStyle>
            <a:lvl1pPr>
              <a:defRPr sz="1000"/>
            </a:lvl1pPr>
          </a:lstStyle>
          <a:p>
            <a:r>
              <a:rPr lang="de-DE"/>
              <a:t>[Student Name]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67202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ehre: Titel und Kernau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92293-4770-4CA4-8113-0DFF4F856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335385"/>
            <a:ext cx="11449051" cy="900000"/>
          </a:xfrm>
        </p:spPr>
        <p:txBody>
          <a:bodyPr/>
          <a:lstStyle>
            <a:lvl1pPr>
              <a:lnSpc>
                <a:spcPct val="90000"/>
              </a:lnSpc>
              <a:defRPr sz="30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EA2EC7-41FC-44DD-863C-7CFA3FD6D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1448885"/>
            <a:ext cx="11449049" cy="46800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sz="4800" b="1"/>
            </a:lvl1pPr>
            <a:lvl2pPr marL="288000" indent="-216000" algn="ctr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§"/>
              <a:defRPr sz="4800"/>
            </a:lvl2pPr>
            <a:lvl3pPr marL="504000" indent="-216000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4800"/>
            </a:lvl3pPr>
            <a:lvl4pPr marL="864000" indent="-288000" algn="ctr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defRPr sz="4800"/>
            </a:lvl4pPr>
            <a:lvl5pPr marL="1152000" indent="-288000" algn="ctr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defRPr sz="48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ED7B0D-858E-458F-BB87-15D7840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39307" y="6319763"/>
            <a:ext cx="1281217" cy="216000"/>
          </a:xfrm>
        </p:spPr>
        <p:txBody>
          <a:bodyPr anchor="ctr"/>
          <a:lstStyle>
            <a:lvl1pPr>
              <a:defRPr sz="800"/>
            </a:lvl1pPr>
          </a:lstStyle>
          <a:p>
            <a:fld id="{A13361CF-9A47-4C8C-A01E-566DC0626AC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95B3B89-E926-4129-B76F-D6C2F1344D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6239055"/>
            <a:ext cx="974484" cy="360000"/>
          </a:xfrm>
          <a:prstGeom prst="rect">
            <a:avLst/>
          </a:prstGeom>
        </p:spPr>
      </p:pic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ECEE336-FDE1-47EE-ACEC-4156C183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87022" y="6305430"/>
            <a:ext cx="3932238" cy="227249"/>
          </a:xfrm>
          <a:prstGeom prst="rect">
            <a:avLst/>
          </a:prstGeom>
        </p:spPr>
        <p:txBody>
          <a:bodyPr wrap="none" anchor="ctr"/>
          <a:lstStyle>
            <a:lvl1pPr>
              <a:defRPr sz="1000"/>
            </a:lvl1pPr>
          </a:lstStyle>
          <a:p>
            <a:r>
              <a:rPr lang="de-DE"/>
              <a:t>[Student Name]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86192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hre: Zwei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92293-4770-4CA4-8113-0DFF4F856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335385"/>
            <a:ext cx="11449051" cy="900000"/>
          </a:xfrm>
        </p:spPr>
        <p:txBody>
          <a:bodyPr/>
          <a:lstStyle>
            <a:lvl1pPr>
              <a:lnSpc>
                <a:spcPct val="90000"/>
              </a:lnSpc>
              <a:defRPr sz="30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EA2EC7-41FC-44DD-863C-7CFA3FD6D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6" y="1448885"/>
            <a:ext cx="5585188" cy="46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sz="2000" b="1"/>
            </a:lvl1pPr>
            <a:lvl2pPr marL="288000" indent="-2160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§"/>
              <a:defRPr sz="2000"/>
            </a:lvl2pPr>
            <a:lvl3pPr marL="504000" indent="-216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2000"/>
            </a:lvl3pPr>
            <a:lvl4pPr marL="864000" indent="-288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defRPr sz="2000"/>
            </a:lvl4pPr>
            <a:lvl5pPr marL="1152000" indent="-28800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defRPr sz="20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ED7B0D-858E-458F-BB87-15D7840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39307" y="6319763"/>
            <a:ext cx="1281217" cy="216000"/>
          </a:xfrm>
        </p:spPr>
        <p:txBody>
          <a:bodyPr anchor="ctr"/>
          <a:lstStyle>
            <a:lvl1pPr>
              <a:defRPr sz="800"/>
            </a:lvl1pPr>
          </a:lstStyle>
          <a:p>
            <a:fld id="{A13361CF-9A47-4C8C-A01E-566DC0626AC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95B3B89-E926-4129-B76F-D6C2F1344D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6239055"/>
            <a:ext cx="974484" cy="360000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61EA2EC7-41FC-44DD-863C-7CFA3FD6D83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58484" y="1444529"/>
            <a:ext cx="5585188" cy="46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sz="2000" b="1"/>
            </a:lvl1pPr>
            <a:lvl2pPr marL="288000" indent="-2160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§"/>
              <a:defRPr sz="2000"/>
            </a:lvl2pPr>
            <a:lvl3pPr marL="504000" indent="-216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2000"/>
            </a:lvl3pPr>
            <a:lvl4pPr marL="864000" indent="-288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defRPr sz="2000"/>
            </a:lvl4pPr>
            <a:lvl5pPr marL="1152000" indent="-28800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defRPr sz="20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2ECEE336-FDE1-47EE-ACEC-4156C183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87022" y="6305430"/>
            <a:ext cx="3932238" cy="227249"/>
          </a:xfrm>
          <a:prstGeom prst="rect">
            <a:avLst/>
          </a:prstGeom>
        </p:spPr>
        <p:txBody>
          <a:bodyPr wrap="none" anchor="ctr"/>
          <a:lstStyle>
            <a:lvl1pPr>
              <a:defRPr sz="1000"/>
            </a:lvl1pPr>
          </a:lstStyle>
          <a:p>
            <a:r>
              <a:rPr lang="de-DE"/>
              <a:t>[Student Name]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79251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hre: Zweispaltig mit Bod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92293-4770-4CA4-8113-0DFF4F856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335385"/>
            <a:ext cx="11449051" cy="900000"/>
          </a:xfrm>
        </p:spPr>
        <p:txBody>
          <a:bodyPr/>
          <a:lstStyle>
            <a:lvl1pPr>
              <a:lnSpc>
                <a:spcPct val="90000"/>
              </a:lnSpc>
              <a:defRPr sz="30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EA2EC7-41FC-44DD-863C-7CFA3FD6D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6" y="1448885"/>
            <a:ext cx="5585188" cy="350693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sz="2000" b="1"/>
            </a:lvl1pPr>
            <a:lvl2pPr marL="288000" indent="-2160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§"/>
              <a:defRPr sz="2000"/>
            </a:lvl2pPr>
            <a:lvl3pPr marL="504000" indent="-216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2000"/>
            </a:lvl3pPr>
            <a:lvl4pPr marL="864000" indent="-288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defRPr sz="2000"/>
            </a:lvl4pPr>
            <a:lvl5pPr marL="1152000" indent="-28800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defRPr sz="20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ED7B0D-858E-458F-BB87-15D7840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39307" y="6319763"/>
            <a:ext cx="1281217" cy="216000"/>
          </a:xfrm>
        </p:spPr>
        <p:txBody>
          <a:bodyPr anchor="ctr"/>
          <a:lstStyle>
            <a:lvl1pPr>
              <a:defRPr sz="800"/>
            </a:lvl1pPr>
          </a:lstStyle>
          <a:p>
            <a:fld id="{A13361CF-9A47-4C8C-A01E-566DC0626AC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95B3B89-E926-4129-B76F-D6C2F1344D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6239055"/>
            <a:ext cx="974484" cy="360000"/>
          </a:xfrm>
          <a:prstGeom prst="rect">
            <a:avLst/>
          </a:prstGeom>
        </p:spPr>
      </p:pic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61EA2EC7-41FC-44DD-863C-7CFA3FD6D83B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258484" y="1444529"/>
            <a:ext cx="5585188" cy="351129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sz="2000" b="1"/>
            </a:lvl1pPr>
            <a:lvl2pPr marL="288000" indent="-2160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§"/>
              <a:defRPr sz="2000"/>
            </a:lvl2pPr>
            <a:lvl3pPr marL="504000" indent="-216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2000"/>
            </a:lvl3pPr>
            <a:lvl4pPr marL="864000" indent="-288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defRPr sz="2000"/>
            </a:lvl4pPr>
            <a:lvl5pPr marL="1152000" indent="-28800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defRPr sz="20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61EA2EC7-41FC-44DD-863C-7CFA3FD6D83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71476" y="5088550"/>
            <a:ext cx="11472196" cy="109848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sz="2000" b="1"/>
            </a:lvl1pPr>
            <a:lvl2pPr marL="288000" indent="-2160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§"/>
              <a:defRPr sz="2000"/>
            </a:lvl2pPr>
            <a:lvl3pPr marL="504000" indent="-216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2000"/>
            </a:lvl3pPr>
            <a:lvl4pPr marL="864000" indent="-288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defRPr sz="2000"/>
            </a:lvl4pPr>
            <a:lvl5pPr marL="1152000" indent="-28800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defRPr sz="20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2ECEE336-FDE1-47EE-ACEC-4156C183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87022" y="6305430"/>
            <a:ext cx="3932238" cy="227249"/>
          </a:xfrm>
          <a:prstGeom prst="rect">
            <a:avLst/>
          </a:prstGeom>
        </p:spPr>
        <p:txBody>
          <a:bodyPr wrap="none" anchor="ctr"/>
          <a:lstStyle>
            <a:lvl1pPr>
              <a:defRPr sz="1000"/>
            </a:lvl1pPr>
          </a:lstStyle>
          <a:p>
            <a:r>
              <a:rPr lang="de-DE"/>
              <a:t>[Student Name]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9507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ehre: Titel und Inhalt, Rand 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92293-4770-4CA4-8113-0DFF4F856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335385"/>
            <a:ext cx="11449051" cy="900000"/>
          </a:xfrm>
        </p:spPr>
        <p:txBody>
          <a:bodyPr/>
          <a:lstStyle>
            <a:lvl1pPr>
              <a:lnSpc>
                <a:spcPct val="90000"/>
              </a:lnSpc>
              <a:defRPr sz="30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EA2EC7-41FC-44DD-863C-7CFA3FD6D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6" y="1448885"/>
            <a:ext cx="7879896" cy="46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sz="2000" b="1"/>
            </a:lvl1pPr>
            <a:lvl2pPr marL="288000" indent="-2160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§"/>
              <a:defRPr sz="2000"/>
            </a:lvl2pPr>
            <a:lvl3pPr marL="504000" indent="-216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2000"/>
            </a:lvl3pPr>
            <a:lvl4pPr marL="864000" indent="-288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defRPr sz="2000"/>
            </a:lvl4pPr>
            <a:lvl5pPr marL="1152000" indent="-28800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defRPr sz="20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CEE336-FDE1-47EE-ACEC-4156C183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87022" y="6305430"/>
            <a:ext cx="3932238" cy="227249"/>
          </a:xfrm>
          <a:prstGeom prst="rect">
            <a:avLst/>
          </a:prstGeom>
        </p:spPr>
        <p:txBody>
          <a:bodyPr wrap="none" anchor="ctr"/>
          <a:lstStyle>
            <a:lvl1pPr>
              <a:defRPr sz="1000"/>
            </a:lvl1pPr>
          </a:lstStyle>
          <a:p>
            <a:r>
              <a:rPr lang="de-DE"/>
              <a:t>[Student Name]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ED7B0D-858E-458F-BB87-15D7840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39307" y="6319763"/>
            <a:ext cx="1281217" cy="216000"/>
          </a:xfrm>
        </p:spPr>
        <p:txBody>
          <a:bodyPr anchor="ctr"/>
          <a:lstStyle>
            <a:lvl1pPr>
              <a:defRPr sz="800"/>
            </a:lvl1pPr>
          </a:lstStyle>
          <a:p>
            <a:fld id="{A13361CF-9A47-4C8C-A01E-566DC0626AC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95B3B89-E926-4129-B76F-D6C2F1344D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6239055"/>
            <a:ext cx="974484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802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ehre: Titel und Inhalt, Ran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092293-4770-4CA4-8113-0DFF4F856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335385"/>
            <a:ext cx="11449051" cy="900000"/>
          </a:xfrm>
        </p:spPr>
        <p:txBody>
          <a:bodyPr/>
          <a:lstStyle>
            <a:lvl1pPr>
              <a:lnSpc>
                <a:spcPct val="90000"/>
              </a:lnSpc>
              <a:defRPr sz="30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1EA2EC7-41FC-44DD-863C-7CFA3FD6D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5287" y="1448885"/>
            <a:ext cx="7879896" cy="46800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Tx/>
              <a:buNone/>
              <a:defRPr sz="2000" b="1"/>
            </a:lvl1pPr>
            <a:lvl2pPr marL="288000" indent="-21600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Clr>
                <a:schemeClr val="accent6"/>
              </a:buClr>
              <a:buFont typeface="Wingdings" panose="05000000000000000000" pitchFamily="2" charset="2"/>
              <a:buChar char="§"/>
              <a:defRPr sz="2000"/>
            </a:lvl2pPr>
            <a:lvl3pPr marL="504000" indent="-216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chemeClr val="bg1">
                  <a:lumMod val="50000"/>
                </a:schemeClr>
              </a:buClr>
              <a:buFont typeface="Wingdings" panose="05000000000000000000" pitchFamily="2" charset="2"/>
              <a:buChar char="§"/>
              <a:defRPr sz="2000"/>
            </a:lvl3pPr>
            <a:lvl4pPr marL="864000" indent="-28800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defRPr sz="2000"/>
            </a:lvl4pPr>
            <a:lvl5pPr marL="1152000" indent="-28800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defRPr sz="20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ED7B0D-858E-458F-BB87-15D784081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39307" y="6319763"/>
            <a:ext cx="1281217" cy="216000"/>
          </a:xfrm>
        </p:spPr>
        <p:txBody>
          <a:bodyPr anchor="ctr"/>
          <a:lstStyle>
            <a:lvl1pPr>
              <a:defRPr sz="800"/>
            </a:lvl1pPr>
          </a:lstStyle>
          <a:p>
            <a:fld id="{A13361CF-9A47-4C8C-A01E-566DC0626ACC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E95B3B89-E926-4129-B76F-D6C2F1344D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6239055"/>
            <a:ext cx="974484" cy="360000"/>
          </a:xfrm>
          <a:prstGeom prst="rect">
            <a:avLst/>
          </a:prstGeom>
        </p:spPr>
      </p:pic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ECEE336-FDE1-47EE-ACEC-4156C1831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87022" y="6305430"/>
            <a:ext cx="3932238" cy="227249"/>
          </a:xfrm>
          <a:prstGeom prst="rect">
            <a:avLst/>
          </a:prstGeom>
        </p:spPr>
        <p:txBody>
          <a:bodyPr wrap="none" anchor="ctr"/>
          <a:lstStyle>
            <a:lvl1pPr>
              <a:defRPr sz="1000"/>
            </a:lvl1pPr>
          </a:lstStyle>
          <a:p>
            <a:r>
              <a:rPr lang="de-DE"/>
              <a:t>[Student Name]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79433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5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4683B0D-4532-415B-B2BB-A29166311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4" y="330624"/>
            <a:ext cx="10982326" cy="64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9827BB-ADB3-4583-B44A-818CC5775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39307" y="6344444"/>
            <a:ext cx="1281217" cy="216000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A13361CF-9A47-4C8C-A01E-566DC0626ACC}" type="slidenum">
              <a:rPr lang="de-DE" smtClean="0"/>
              <a:pPr/>
              <a:t>‹#›</a:t>
            </a:fld>
            <a:endParaRPr lang="de-DE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AB0E150F-2DBF-4AFB-AEF1-215069AB2AC3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6244028"/>
            <a:ext cx="974484" cy="360000"/>
          </a:xfrm>
          <a:prstGeom prst="rect">
            <a:avLst/>
          </a:prstGeom>
        </p:spPr>
      </p:pic>
      <p:sp>
        <p:nvSpPr>
          <p:cNvPr id="11" name="Textplatzhalter 10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8" name="Fußzeilenplatzhalter 4">
            <a:extLst>
              <a:ext uri="{FF2B5EF4-FFF2-40B4-BE49-F238E27FC236}">
                <a16:creationId xmlns:a16="http://schemas.microsoft.com/office/drawing/2014/main" id="{2ECEE336-FDE1-47EE-ACEC-4156C1831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687022" y="6305430"/>
            <a:ext cx="3932238" cy="227249"/>
          </a:xfrm>
          <a:prstGeom prst="rect">
            <a:avLst/>
          </a:prstGeom>
        </p:spPr>
        <p:txBody>
          <a:bodyPr wrap="none" anchor="ctr"/>
          <a:lstStyle>
            <a:lvl1pPr>
              <a:defRPr sz="1000"/>
            </a:lvl1pPr>
          </a:lstStyle>
          <a:p>
            <a:r>
              <a:rPr lang="de-DE"/>
              <a:t>[Student Name]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82805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6" r:id="rId3"/>
    <p:sldLayoutId id="2147483669" r:id="rId4"/>
    <p:sldLayoutId id="2147483668" r:id="rId5"/>
    <p:sldLayoutId id="2147483670" r:id="rId6"/>
    <p:sldLayoutId id="2147483667" r:id="rId7"/>
    <p:sldLayoutId id="2147483671" r:id="rId8"/>
  </p:sldLayoutIdLst>
  <p:hf hdr="0" dt="0"/>
  <p:txStyles>
    <p:titleStyle>
      <a:lvl1pPr algn="l" defTabSz="914400" rtl="0" eaLnBrk="1" latinLnBrk="0" hangingPunct="1">
        <a:lnSpc>
          <a:spcPct val="97000"/>
        </a:lnSpc>
        <a:spcBef>
          <a:spcPts val="0"/>
        </a:spcBef>
        <a:buNone/>
        <a:defRPr sz="3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400" rtl="0" eaLnBrk="1" latinLnBrk="0" hangingPunct="1">
        <a:lnSpc>
          <a:spcPct val="97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400" rtl="0" eaLnBrk="1" latinLnBrk="0" hangingPunct="1">
        <a:lnSpc>
          <a:spcPct val="97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42925" indent="-180975" algn="l" defTabSz="914400" rtl="0" eaLnBrk="1" latinLnBrk="0" hangingPunct="1">
        <a:lnSpc>
          <a:spcPct val="97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714375" indent="-171450" algn="l" defTabSz="914400" rtl="0" eaLnBrk="1" latinLnBrk="0" hangingPunct="1">
        <a:lnSpc>
          <a:spcPct val="97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895350" indent="-180975" algn="l" defTabSz="914400" rtl="0" eaLnBrk="1" latinLnBrk="0" hangingPunct="1">
        <a:lnSpc>
          <a:spcPct val="97000"/>
        </a:lnSpc>
        <a:spcBef>
          <a:spcPts val="0"/>
        </a:spcBef>
        <a:buFont typeface="Arial" panose="020B0604020202020204" pitchFamily="34" charset="0"/>
        <a:buChar char="‒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936" userDrawn="1">
          <p15:clr>
            <a:srgbClr val="F26B43"/>
          </p15:clr>
        </p15:guide>
        <p15:guide id="4" pos="2036" userDrawn="1">
          <p15:clr>
            <a:srgbClr val="F26B43"/>
          </p15:clr>
        </p15:guide>
        <p15:guide id="5" pos="1136" userDrawn="1">
          <p15:clr>
            <a:srgbClr val="F26B43"/>
          </p15:clr>
        </p15:guide>
        <p15:guide id="6" pos="234" userDrawn="1">
          <p15:clr>
            <a:srgbClr val="F26B43"/>
          </p15:clr>
        </p15:guide>
        <p15:guide id="7" pos="4744" userDrawn="1">
          <p15:clr>
            <a:srgbClr val="F26B43"/>
          </p15:clr>
        </p15:guide>
        <p15:guide id="8" pos="5644" userDrawn="1">
          <p15:clr>
            <a:srgbClr val="F26B43"/>
          </p15:clr>
        </p15:guide>
        <p15:guide id="9" pos="6544" userDrawn="1">
          <p15:clr>
            <a:srgbClr val="F26B43"/>
          </p15:clr>
        </p15:guide>
        <p15:guide id="10" pos="7446" userDrawn="1">
          <p15:clr>
            <a:srgbClr val="F26B43"/>
          </p15:clr>
        </p15:guide>
        <p15:guide id="11" orient="horz" pos="4088" userDrawn="1">
          <p15:clr>
            <a:srgbClr val="F26B43"/>
          </p15:clr>
        </p15:guide>
        <p15:guide id="12" orient="horz" pos="3858" userDrawn="1">
          <p15:clr>
            <a:srgbClr val="F26B43"/>
          </p15:clr>
        </p15:guide>
        <p15:guide id="13" orient="horz" pos="3475" userDrawn="1">
          <p15:clr>
            <a:srgbClr val="F26B43"/>
          </p15:clr>
        </p15:guide>
        <p15:guide id="14" pos="3613" userDrawn="1">
          <p15:clr>
            <a:srgbClr val="F26B43"/>
          </p15:clr>
        </p15:guide>
        <p15:guide id="15" pos="4067" userDrawn="1">
          <p15:clr>
            <a:srgbClr val="F26B43"/>
          </p15:clr>
        </p15:guide>
        <p15:guide id="16" orient="horz" pos="120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EBD2CC-97D0-4788-B19D-D326216A6D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sz="2400" dirty="0"/>
              <a:t>Update Meetings</a:t>
            </a:r>
            <a:br>
              <a:rPr lang="de-DE" sz="2400" dirty="0"/>
            </a:br>
            <a:br>
              <a:rPr lang="de-DE" sz="1450" b="0" u="sng" dirty="0"/>
            </a:br>
            <a:r>
              <a:rPr lang="de-DE" sz="1450" b="0" dirty="0"/>
              <a:t>[Project]</a:t>
            </a:r>
            <a:br>
              <a:rPr lang="de-DE" sz="1450" b="0" dirty="0"/>
            </a:br>
            <a:br>
              <a:rPr lang="de-DE" sz="1450" b="0" dirty="0"/>
            </a:br>
            <a:r>
              <a:rPr lang="de-DE" sz="1450" b="0" dirty="0"/>
              <a:t>[Student </a:t>
            </a:r>
            <a:r>
              <a:rPr lang="de-DE" sz="1450" b="0" dirty="0" err="1"/>
              <a:t>Names</a:t>
            </a:r>
            <a:r>
              <a:rPr lang="de-DE" sz="1450" b="0" dirty="0"/>
              <a:t>]</a:t>
            </a:r>
            <a:br>
              <a:rPr lang="de-DE" sz="1450" b="0" dirty="0"/>
            </a:br>
            <a:br>
              <a:rPr lang="de-DE" sz="1450" b="0" dirty="0"/>
            </a:br>
            <a:br>
              <a:rPr lang="de-DE" sz="2400" u="sng" dirty="0"/>
            </a:br>
            <a:br>
              <a:rPr lang="de-DE" sz="2400" u="sng" dirty="0"/>
            </a:br>
            <a:endParaRPr lang="de-DE" sz="2400" u="sng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84F6F69-0588-4E09-9385-B89E70837B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Fakultät für Informatik und Mathematik</a:t>
            </a:r>
          </a:p>
        </p:txBody>
      </p:sp>
    </p:spTree>
    <p:extLst>
      <p:ext uri="{BB962C8B-B14F-4D97-AF65-F5344CB8AC3E}">
        <p14:creationId xmlns:p14="http://schemas.microsoft.com/office/powerpoint/2010/main" val="9534527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Team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DLVC</a:t>
            </a:r>
            <a:endParaRPr lang="de-DE" dirty="0"/>
          </a:p>
        </p:txBody>
      </p:sp>
      <p:grpSp>
        <p:nvGrpSpPr>
          <p:cNvPr id="15" name="Gruppieren 14"/>
          <p:cNvGrpSpPr/>
          <p:nvPr/>
        </p:nvGrpSpPr>
        <p:grpSpPr>
          <a:xfrm>
            <a:off x="371473" y="2112741"/>
            <a:ext cx="1810023" cy="2492861"/>
            <a:chOff x="371475" y="950147"/>
            <a:chExt cx="1810023" cy="2492861"/>
          </a:xfrm>
        </p:grpSpPr>
        <p:sp>
          <p:nvSpPr>
            <p:cNvPr id="6" name="Rechteck 5"/>
            <p:cNvSpPr/>
            <p:nvPr/>
          </p:nvSpPr>
          <p:spPr>
            <a:xfrm>
              <a:off x="371475" y="1235385"/>
              <a:ext cx="1810023" cy="22076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7000"/>
                </a:lnSpc>
              </a:pPr>
              <a:r>
                <a:rPr lang="de-DE" sz="1450" dirty="0">
                  <a:solidFill>
                    <a:schemeClr val="tx1"/>
                  </a:solidFill>
                </a:rPr>
                <a:t>Image</a:t>
              </a:r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696840" y="950147"/>
              <a:ext cx="1159292" cy="308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7000"/>
                </a:lnSpc>
              </a:pPr>
              <a:r>
                <a:rPr lang="de-DE" sz="1450" dirty="0"/>
                <a:t>Max Muster</a:t>
              </a:r>
            </a:p>
          </p:txBody>
        </p:sp>
      </p:grpSp>
      <p:grpSp>
        <p:nvGrpSpPr>
          <p:cNvPr id="16" name="Gruppieren 15"/>
          <p:cNvGrpSpPr/>
          <p:nvPr/>
        </p:nvGrpSpPr>
        <p:grpSpPr>
          <a:xfrm>
            <a:off x="2781230" y="2112741"/>
            <a:ext cx="1810023" cy="2492861"/>
            <a:chOff x="371475" y="950147"/>
            <a:chExt cx="1810023" cy="2492861"/>
          </a:xfrm>
        </p:grpSpPr>
        <p:sp>
          <p:nvSpPr>
            <p:cNvPr id="17" name="Rechteck 16"/>
            <p:cNvSpPr/>
            <p:nvPr/>
          </p:nvSpPr>
          <p:spPr>
            <a:xfrm>
              <a:off x="371475" y="1235385"/>
              <a:ext cx="1810023" cy="22076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7000"/>
                </a:lnSpc>
              </a:pPr>
              <a:r>
                <a:rPr lang="de-DE" sz="1450" dirty="0">
                  <a:solidFill>
                    <a:schemeClr val="tx1"/>
                  </a:solidFill>
                </a:rPr>
                <a:t>Image</a:t>
              </a:r>
            </a:p>
          </p:txBody>
        </p:sp>
        <p:sp>
          <p:nvSpPr>
            <p:cNvPr id="18" name="Textfeld 17"/>
            <p:cNvSpPr txBox="1"/>
            <p:nvPr/>
          </p:nvSpPr>
          <p:spPr>
            <a:xfrm>
              <a:off x="696840" y="950147"/>
              <a:ext cx="1159292" cy="308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7000"/>
                </a:lnSpc>
              </a:pPr>
              <a:r>
                <a:rPr lang="de-DE" sz="1450" dirty="0"/>
                <a:t>Max Muster</a:t>
              </a:r>
            </a:p>
          </p:txBody>
        </p:sp>
      </p:grpSp>
      <p:grpSp>
        <p:nvGrpSpPr>
          <p:cNvPr id="20" name="Gruppieren 19"/>
          <p:cNvGrpSpPr/>
          <p:nvPr/>
        </p:nvGrpSpPr>
        <p:grpSpPr>
          <a:xfrm>
            <a:off x="5190987" y="2112741"/>
            <a:ext cx="1810023" cy="2492861"/>
            <a:chOff x="371475" y="950147"/>
            <a:chExt cx="1810023" cy="2492861"/>
          </a:xfrm>
        </p:grpSpPr>
        <p:sp>
          <p:nvSpPr>
            <p:cNvPr id="21" name="Rechteck 20"/>
            <p:cNvSpPr/>
            <p:nvPr/>
          </p:nvSpPr>
          <p:spPr>
            <a:xfrm>
              <a:off x="371475" y="1235385"/>
              <a:ext cx="1810023" cy="22076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7000"/>
                </a:lnSpc>
              </a:pPr>
              <a:r>
                <a:rPr lang="de-DE" sz="1450" dirty="0">
                  <a:solidFill>
                    <a:schemeClr val="tx1"/>
                  </a:solidFill>
                </a:rPr>
                <a:t>Image</a:t>
              </a:r>
            </a:p>
          </p:txBody>
        </p:sp>
        <p:sp>
          <p:nvSpPr>
            <p:cNvPr id="22" name="Textfeld 21"/>
            <p:cNvSpPr txBox="1"/>
            <p:nvPr/>
          </p:nvSpPr>
          <p:spPr>
            <a:xfrm>
              <a:off x="696840" y="950147"/>
              <a:ext cx="1159292" cy="308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7000"/>
                </a:lnSpc>
              </a:pPr>
              <a:r>
                <a:rPr lang="de-DE" sz="1450" dirty="0"/>
                <a:t>Max Muster</a:t>
              </a:r>
            </a:p>
          </p:txBody>
        </p:sp>
      </p:grpSp>
      <p:grpSp>
        <p:nvGrpSpPr>
          <p:cNvPr id="24" name="Gruppieren 23"/>
          <p:cNvGrpSpPr/>
          <p:nvPr/>
        </p:nvGrpSpPr>
        <p:grpSpPr>
          <a:xfrm>
            <a:off x="7600744" y="2112741"/>
            <a:ext cx="1810023" cy="2492861"/>
            <a:chOff x="371475" y="950147"/>
            <a:chExt cx="1810023" cy="2492861"/>
          </a:xfrm>
        </p:grpSpPr>
        <p:sp>
          <p:nvSpPr>
            <p:cNvPr id="25" name="Rechteck 24"/>
            <p:cNvSpPr/>
            <p:nvPr/>
          </p:nvSpPr>
          <p:spPr>
            <a:xfrm>
              <a:off x="371475" y="1235385"/>
              <a:ext cx="1810023" cy="22076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7000"/>
                </a:lnSpc>
              </a:pPr>
              <a:r>
                <a:rPr lang="de-DE" sz="1450" dirty="0">
                  <a:solidFill>
                    <a:schemeClr val="tx1"/>
                  </a:solidFill>
                </a:rPr>
                <a:t>Image</a:t>
              </a:r>
            </a:p>
          </p:txBody>
        </p:sp>
        <p:sp>
          <p:nvSpPr>
            <p:cNvPr id="26" name="Textfeld 25"/>
            <p:cNvSpPr txBox="1"/>
            <p:nvPr/>
          </p:nvSpPr>
          <p:spPr>
            <a:xfrm>
              <a:off x="696840" y="950147"/>
              <a:ext cx="1159292" cy="308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7000"/>
                </a:lnSpc>
              </a:pPr>
              <a:r>
                <a:rPr lang="de-DE" sz="1450" dirty="0"/>
                <a:t>Max Muster</a:t>
              </a:r>
            </a:p>
          </p:txBody>
        </p:sp>
      </p:grpSp>
      <p:grpSp>
        <p:nvGrpSpPr>
          <p:cNvPr id="28" name="Gruppieren 27"/>
          <p:cNvGrpSpPr/>
          <p:nvPr/>
        </p:nvGrpSpPr>
        <p:grpSpPr>
          <a:xfrm>
            <a:off x="10010501" y="2112741"/>
            <a:ext cx="1810023" cy="2492861"/>
            <a:chOff x="371475" y="950147"/>
            <a:chExt cx="1810023" cy="2492861"/>
          </a:xfrm>
        </p:grpSpPr>
        <p:sp>
          <p:nvSpPr>
            <p:cNvPr id="29" name="Rechteck 28"/>
            <p:cNvSpPr/>
            <p:nvPr/>
          </p:nvSpPr>
          <p:spPr>
            <a:xfrm>
              <a:off x="371475" y="1235385"/>
              <a:ext cx="1810023" cy="2207623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97000"/>
                </a:lnSpc>
              </a:pPr>
              <a:r>
                <a:rPr lang="de-DE" sz="1450" dirty="0">
                  <a:solidFill>
                    <a:schemeClr val="tx1"/>
                  </a:solidFill>
                </a:rPr>
                <a:t>Image</a:t>
              </a:r>
            </a:p>
          </p:txBody>
        </p:sp>
        <p:sp>
          <p:nvSpPr>
            <p:cNvPr id="30" name="Textfeld 29"/>
            <p:cNvSpPr txBox="1"/>
            <p:nvPr/>
          </p:nvSpPr>
          <p:spPr>
            <a:xfrm>
              <a:off x="696840" y="950147"/>
              <a:ext cx="1159292" cy="30880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>
                <a:lnSpc>
                  <a:spcPct val="97000"/>
                </a:lnSpc>
              </a:pPr>
              <a:r>
                <a:rPr lang="de-DE" sz="1450" dirty="0"/>
                <a:t>Max Muster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95428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331DCF-3049-4D6C-9950-5972788E2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z="3200" dirty="0">
                <a:solidFill>
                  <a:schemeClr val="tx1"/>
                </a:solidFill>
              </a:rPr>
              <a:t>Update Meetings </a:t>
            </a:r>
            <a:r>
              <a:rPr lang="de-DE" sz="3200" b="0" dirty="0">
                <a:solidFill>
                  <a:schemeClr val="tx1"/>
                </a:solidFill>
              </a:rPr>
              <a:t>– </a:t>
            </a:r>
            <a:r>
              <a:rPr lang="de-DE" sz="3200" b="0" dirty="0" err="1">
                <a:solidFill>
                  <a:schemeClr val="tx1"/>
                </a:solidFill>
              </a:rPr>
              <a:t>Overview</a:t>
            </a:r>
            <a:r>
              <a:rPr lang="de-DE" sz="3200" b="0" dirty="0">
                <a:solidFill>
                  <a:schemeClr val="tx1"/>
                </a:solidFill>
              </a:rPr>
              <a:t> 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17983C-9A47-4F3E-9A4E-BFB419EA5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3</a:t>
            </a:fld>
            <a:endParaRPr lang="de-DE"/>
          </a:p>
        </p:txBody>
      </p:sp>
      <p:graphicFrame>
        <p:nvGraphicFramePr>
          <p:cNvPr id="9" name="Tabelle 9">
            <a:extLst>
              <a:ext uri="{FF2B5EF4-FFF2-40B4-BE49-F238E27FC236}">
                <a16:creationId xmlns:a16="http://schemas.microsoft.com/office/drawing/2014/main" id="{4EF33EB4-693F-4001-9CA2-BC92E1B063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6595698"/>
              </p:ext>
            </p:extLst>
          </p:nvPr>
        </p:nvGraphicFramePr>
        <p:xfrm>
          <a:off x="4892482" y="1235385"/>
          <a:ext cx="3776030" cy="471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342">
                  <a:extLst>
                    <a:ext uri="{9D8B030D-6E8A-4147-A177-3AD203B41FA5}">
                      <a16:colId xmlns:a16="http://schemas.microsoft.com/office/drawing/2014/main" val="5255013"/>
                    </a:ext>
                  </a:extLst>
                </a:gridCol>
                <a:gridCol w="3218688">
                  <a:extLst>
                    <a:ext uri="{9D8B030D-6E8A-4147-A177-3AD203B41FA5}">
                      <a16:colId xmlns:a16="http://schemas.microsoft.com/office/drawing/2014/main" val="37065499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#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/>
                        <a:t>Date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5216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1.1.1900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5577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1.2.1900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1748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1.3.1900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61636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…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8755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16879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86028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9483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0929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12298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0882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20707"/>
                  </a:ext>
                </a:extLst>
              </a:tr>
            </a:tbl>
          </a:graphicData>
        </a:graphic>
      </p:graphicFrame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B27D7F2-DEF2-4629-B624-E0280C58C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[Student Name]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53669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72D793B-3027-40B8-8781-0D5974CA9F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Update Meeting 1 </a:t>
            </a:r>
            <a:endParaRPr lang="en-US" dirty="0"/>
          </a:p>
        </p:txBody>
      </p:sp>
      <p:sp>
        <p:nvSpPr>
          <p:cNvPr id="7" name="Untertitel 6">
            <a:extLst>
              <a:ext uri="{FF2B5EF4-FFF2-40B4-BE49-F238E27FC236}">
                <a16:creationId xmlns:a16="http://schemas.microsoft.com/office/drawing/2014/main" id="{E8D3E8D1-25B2-45A1-95F2-F831DFFB19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[Date]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4BBB2B-2B14-41F1-9FE7-BBE307EA8E9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10888" y="6319838"/>
            <a:ext cx="1281112" cy="215900"/>
          </a:xfrm>
        </p:spPr>
        <p:txBody>
          <a:bodyPr/>
          <a:lstStyle/>
          <a:p>
            <a:fld id="{A13361CF-9A47-4C8C-A01E-566DC0626ACC}" type="slidenum">
              <a:rPr lang="de-DE" smtClean="0"/>
              <a:pPr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3157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1EB321-7222-4E72-973C-E3EDE29B6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Worked 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F10E4E-8256-4620-85B0-4B8138AF8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0" dirty="0"/>
              <a:t>[</a:t>
            </a:r>
            <a:r>
              <a:rPr lang="de-DE" b="0" dirty="0" err="1"/>
              <a:t>Describe</a:t>
            </a:r>
            <a:r>
              <a:rPr lang="de-DE" b="0" dirty="0"/>
              <a:t> </a:t>
            </a:r>
            <a:r>
              <a:rPr lang="de-DE" b="0" dirty="0" err="1"/>
              <a:t>progress</a:t>
            </a:r>
            <a:r>
              <a:rPr lang="de-DE" b="0" dirty="0"/>
              <a:t>. Use </a:t>
            </a:r>
            <a:r>
              <a:rPr lang="de-DE" b="0" dirty="0" err="1"/>
              <a:t>visualizations</a:t>
            </a:r>
            <a:r>
              <a:rPr lang="de-DE" b="0" dirty="0"/>
              <a:t> </a:t>
            </a:r>
            <a:r>
              <a:rPr lang="de-DE" b="0" dirty="0" err="1"/>
              <a:t>if</a:t>
            </a:r>
            <a:r>
              <a:rPr lang="de-DE" b="0" dirty="0"/>
              <a:t> possible]</a:t>
            </a:r>
            <a:endParaRPr lang="en-US" b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61BE97-2E4D-4419-907B-8A72E7D6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14C40F-3767-463F-9F9E-F32C77316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[Student Name]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425373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1EB321-7222-4E72-973C-E3EDE29B6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Encountered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F10E4E-8256-4620-85B0-4B8138AF8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0" dirty="0"/>
              <a:t>[</a:t>
            </a:r>
            <a:r>
              <a:rPr lang="de-DE" b="0" dirty="0" err="1"/>
              <a:t>Describe</a:t>
            </a:r>
            <a:r>
              <a:rPr lang="de-DE" b="0" dirty="0"/>
              <a:t> possible </a:t>
            </a:r>
            <a:r>
              <a:rPr lang="de-DE" b="0" dirty="0" err="1"/>
              <a:t>obstacles</a:t>
            </a:r>
            <a:r>
              <a:rPr lang="de-DE" b="0" dirty="0"/>
              <a:t>. Use </a:t>
            </a:r>
            <a:r>
              <a:rPr lang="de-DE" b="0" dirty="0" err="1"/>
              <a:t>visualizations</a:t>
            </a:r>
            <a:r>
              <a:rPr lang="de-DE" b="0" dirty="0"/>
              <a:t> </a:t>
            </a:r>
            <a:r>
              <a:rPr lang="de-DE" b="0" dirty="0" err="1"/>
              <a:t>if</a:t>
            </a:r>
            <a:r>
              <a:rPr lang="de-DE" b="0" dirty="0"/>
              <a:t> possible]</a:t>
            </a:r>
            <a:endParaRPr lang="en-US" b="0" dirty="0"/>
          </a:p>
          <a:p>
            <a:endParaRPr lang="en-US" b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61BE97-2E4D-4419-907B-8A72E7D6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6E907E-028E-4B47-B970-065FF4FAB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[Student Name]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36825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1EB321-7222-4E72-973C-E3EDE29B6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Plans for Next Week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F10E4E-8256-4620-85B0-4B8138AF8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0" dirty="0"/>
              <a:t>[</a:t>
            </a:r>
            <a:r>
              <a:rPr lang="de-DE" b="0" dirty="0" err="1"/>
              <a:t>Describe</a:t>
            </a:r>
            <a:r>
              <a:rPr lang="de-DE" b="0" dirty="0"/>
              <a:t> </a:t>
            </a:r>
            <a:r>
              <a:rPr lang="de-DE" b="0" dirty="0" err="1"/>
              <a:t>your</a:t>
            </a:r>
            <a:r>
              <a:rPr lang="de-DE" b="0" dirty="0"/>
              <a:t> </a:t>
            </a:r>
            <a:r>
              <a:rPr lang="de-DE" b="0" dirty="0" err="1"/>
              <a:t>plans</a:t>
            </a:r>
            <a:r>
              <a:rPr lang="de-DE" b="0" dirty="0"/>
              <a:t>. Use </a:t>
            </a:r>
            <a:r>
              <a:rPr lang="de-DE" b="0" dirty="0" err="1"/>
              <a:t>visualizations</a:t>
            </a:r>
            <a:r>
              <a:rPr lang="de-DE" b="0" dirty="0"/>
              <a:t> </a:t>
            </a:r>
            <a:r>
              <a:rPr lang="de-DE" b="0" dirty="0" err="1"/>
              <a:t>if</a:t>
            </a:r>
            <a:r>
              <a:rPr lang="de-DE" b="0" dirty="0"/>
              <a:t> possible. This </a:t>
            </a:r>
            <a:r>
              <a:rPr lang="de-DE" b="0" dirty="0" err="1"/>
              <a:t>section</a:t>
            </a:r>
            <a:r>
              <a:rPr lang="de-DE" b="0" dirty="0"/>
              <a:t> will </a:t>
            </a:r>
            <a:r>
              <a:rPr lang="de-DE" b="0" dirty="0" err="1"/>
              <a:t>be</a:t>
            </a:r>
            <a:r>
              <a:rPr lang="de-DE" b="0" dirty="0"/>
              <a:t> </a:t>
            </a:r>
            <a:r>
              <a:rPr lang="de-DE" b="0" dirty="0" err="1"/>
              <a:t>refined</a:t>
            </a:r>
            <a:r>
              <a:rPr lang="de-DE" b="0" dirty="0"/>
              <a:t> </a:t>
            </a:r>
            <a:r>
              <a:rPr lang="de-DE" b="0" dirty="0" err="1"/>
              <a:t>based</a:t>
            </a:r>
            <a:r>
              <a:rPr lang="de-DE" b="0" dirty="0"/>
              <a:t> on </a:t>
            </a:r>
            <a:r>
              <a:rPr lang="de-DE" b="0" dirty="0" err="1"/>
              <a:t>our</a:t>
            </a:r>
            <a:r>
              <a:rPr lang="de-DE" b="0" dirty="0"/>
              <a:t> </a:t>
            </a:r>
            <a:r>
              <a:rPr lang="de-DE" b="0" dirty="0" err="1"/>
              <a:t>discussion</a:t>
            </a:r>
            <a:r>
              <a:rPr lang="de-DE" b="0" dirty="0"/>
              <a:t>]</a:t>
            </a:r>
            <a:endParaRPr lang="en-US" b="0" dirty="0"/>
          </a:p>
          <a:p>
            <a:endParaRPr lang="en-US" b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61BE97-2E4D-4419-907B-8A72E7D6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7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3508E6-A6EA-4E3E-B20F-E1008E838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[Student Name]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968094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72D793B-3027-40B8-8781-0D5974CA9F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Update Meeting 2 </a:t>
            </a:r>
            <a:endParaRPr lang="en-US" dirty="0"/>
          </a:p>
        </p:txBody>
      </p:sp>
      <p:sp>
        <p:nvSpPr>
          <p:cNvPr id="7" name="Untertitel 6">
            <a:extLst>
              <a:ext uri="{FF2B5EF4-FFF2-40B4-BE49-F238E27FC236}">
                <a16:creationId xmlns:a16="http://schemas.microsoft.com/office/drawing/2014/main" id="{E8D3E8D1-25B2-45A1-95F2-F831DFFB19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[Date]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4BBB2B-2B14-41F1-9FE7-BBE307EA8E9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10888" y="6319838"/>
            <a:ext cx="1281112" cy="215900"/>
          </a:xfrm>
        </p:spPr>
        <p:txBody>
          <a:bodyPr/>
          <a:lstStyle/>
          <a:p>
            <a:fld id="{A13361CF-9A47-4C8C-A01E-566DC0626ACC}" type="slidenum">
              <a:rPr lang="de-DE" smtClean="0"/>
              <a:pPr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77909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1EB321-7222-4E72-973C-E3EDE29B6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Tasks Worked 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F10E4E-8256-4620-85B0-4B8138AF8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0" dirty="0"/>
              <a:t>…</a:t>
            </a:r>
            <a:endParaRPr lang="en-US" b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61BE97-2E4D-4419-907B-8A72E7D6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5726B0-B65A-449E-8EC3-445D31931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[Student Name]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6135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1EB321-7222-4E72-973C-E3EDE29B6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Encountered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F10E4E-8256-4620-85B0-4B8138AF8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0" dirty="0"/>
              <a:t>…</a:t>
            </a:r>
            <a:endParaRPr lang="en-US" b="0" dirty="0"/>
          </a:p>
          <a:p>
            <a:endParaRPr lang="en-US" b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61BE97-2E4D-4419-907B-8A72E7D6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D6E907E-028E-4B47-B970-065FF4FAB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[Student Name]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06998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1EB321-7222-4E72-973C-E3EDE29B6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Plans for Next Week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BF10E4E-8256-4620-85B0-4B8138AF8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b="0" dirty="0"/>
              <a:t>…</a:t>
            </a:r>
            <a:endParaRPr lang="en-US" b="0" dirty="0"/>
          </a:p>
          <a:p>
            <a:endParaRPr lang="en-US" b="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961BE97-2E4D-4419-907B-8A72E7D68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3361CF-9A47-4C8C-A01E-566DC0626ACC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33508E6-A6EA-4E3E-B20F-E1008E838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[Student Name]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54451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572D793B-3027-40B8-8781-0D5974CA9F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Update Meeting 3</a:t>
            </a:r>
            <a:endParaRPr lang="en-US" dirty="0"/>
          </a:p>
        </p:txBody>
      </p:sp>
      <p:sp>
        <p:nvSpPr>
          <p:cNvPr id="7" name="Untertitel 6">
            <a:extLst>
              <a:ext uri="{FF2B5EF4-FFF2-40B4-BE49-F238E27FC236}">
                <a16:creationId xmlns:a16="http://schemas.microsoft.com/office/drawing/2014/main" id="{E8D3E8D1-25B2-45A1-95F2-F831DFFB19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[Date]</a:t>
            </a:r>
            <a:endParaRPr lang="en-US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4BBB2B-2B14-41F1-9FE7-BBE307EA8E9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910888" y="6319838"/>
            <a:ext cx="1281112" cy="215900"/>
          </a:xfrm>
        </p:spPr>
        <p:txBody>
          <a:bodyPr/>
          <a:lstStyle/>
          <a:p>
            <a:fld id="{A13361CF-9A47-4C8C-A01E-566DC0626ACC}" type="slidenum">
              <a:rPr lang="de-DE" smtClean="0"/>
              <a:pPr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49862513"/>
      </p:ext>
    </p:extLst>
  </p:cSld>
  <p:clrMapOvr>
    <a:masterClrMapping/>
  </p:clrMapOvr>
</p:sld>
</file>

<file path=ppt/theme/theme1.xml><?xml version="1.0" encoding="utf-8"?>
<a:theme xmlns:a="http://schemas.openxmlformats.org/drawingml/2006/main" name="Hochschule München">
  <a:themeElements>
    <a:clrScheme name="HM Corporate Identity">
      <a:dk1>
        <a:sysClr val="windowText" lastClr="000000"/>
      </a:dk1>
      <a:lt1>
        <a:srgbClr val="FFFFFF"/>
      </a:lt1>
      <a:dk2>
        <a:srgbClr val="6E6E6E"/>
      </a:dk2>
      <a:lt2>
        <a:srgbClr val="C6C6C6"/>
      </a:lt2>
      <a:accent1>
        <a:srgbClr val="946CFF"/>
      </a:accent1>
      <a:accent2>
        <a:srgbClr val="3E46D9"/>
      </a:accent2>
      <a:accent3>
        <a:srgbClr val="4AD386"/>
      </a:accent3>
      <a:accent4>
        <a:srgbClr val="FFFF00"/>
      </a:accent4>
      <a:accent5>
        <a:srgbClr val="FF8021"/>
      </a:accent5>
      <a:accent6>
        <a:srgbClr val="FC5555"/>
      </a:accent6>
      <a:hlink>
        <a:srgbClr val="3200B5"/>
      </a:hlink>
      <a:folHlink>
        <a:srgbClr val="59A8D1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rtlCol="0" anchor="ctr"/>
      <a:lstStyle>
        <a:defPPr algn="ctr">
          <a:lnSpc>
            <a:spcPct val="97000"/>
          </a:lnSpc>
          <a:defRPr sz="14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lnSpc>
            <a:spcPct val="97000"/>
          </a:lnSpc>
          <a:defRPr sz="145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HM_PowerPoint_16x9_2020-08-19.potx" id="{36F11FC6-5466-4E0A-89FF-E0E4304DFD44}" vid="{AA4DF9E3-E2DC-4B92-BD3B-8EF202BE8C56}"/>
    </a:ext>
  </a:extLst>
</a:theme>
</file>

<file path=ppt/theme/theme2.xml><?xml version="1.0" encoding="utf-8"?>
<a:theme xmlns:a="http://schemas.openxmlformats.org/drawingml/2006/main" name="Office">
  <a:themeElements>
    <a:clrScheme name="Benutzerdefiniert 1">
      <a:dk1>
        <a:sysClr val="windowText" lastClr="000000"/>
      </a:dk1>
      <a:lt1>
        <a:sysClr val="window" lastClr="FFFFFF"/>
      </a:lt1>
      <a:dk2>
        <a:srgbClr val="6E6E6E"/>
      </a:dk2>
      <a:lt2>
        <a:srgbClr val="F0F0F0"/>
      </a:lt2>
      <a:accent1>
        <a:srgbClr val="FC5555"/>
      </a:accent1>
      <a:accent2>
        <a:srgbClr val="4AD386"/>
      </a:accent2>
      <a:accent3>
        <a:srgbClr val="FFFF00"/>
      </a:accent3>
      <a:accent4>
        <a:srgbClr val="3E46D9"/>
      </a:accent4>
      <a:accent5>
        <a:srgbClr val="6E6E6E"/>
      </a:accent5>
      <a:accent6>
        <a:srgbClr val="C6C6C6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Benutzerdefiniert 1">
      <a:dk1>
        <a:sysClr val="windowText" lastClr="000000"/>
      </a:dk1>
      <a:lt1>
        <a:sysClr val="window" lastClr="FFFFFF"/>
      </a:lt1>
      <a:dk2>
        <a:srgbClr val="6E6E6E"/>
      </a:dk2>
      <a:lt2>
        <a:srgbClr val="F0F0F0"/>
      </a:lt2>
      <a:accent1>
        <a:srgbClr val="FC5555"/>
      </a:accent1>
      <a:accent2>
        <a:srgbClr val="4AD386"/>
      </a:accent2>
      <a:accent3>
        <a:srgbClr val="FFFF00"/>
      </a:accent3>
      <a:accent4>
        <a:srgbClr val="3E46D9"/>
      </a:accent4>
      <a:accent5>
        <a:srgbClr val="6E6E6E"/>
      </a:accent5>
      <a:accent6>
        <a:srgbClr val="C6C6C6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HM_PowerPoint_16x9</Template>
  <TotalTime>7</TotalTime>
  <Words>236</Words>
  <Application>Microsoft Macintosh PowerPoint</Application>
  <PresentationFormat>Widescreen</PresentationFormat>
  <Paragraphs>73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Wingdings</vt:lpstr>
      <vt:lpstr>Hochschule München</vt:lpstr>
      <vt:lpstr>Update Meetings  [Project]  [Student Names]    </vt:lpstr>
      <vt:lpstr>Team</vt:lpstr>
      <vt:lpstr>Update Meetings – Overview </vt:lpstr>
      <vt:lpstr>Update Meeting 1 </vt:lpstr>
      <vt:lpstr>Tasks Worked On</vt:lpstr>
      <vt:lpstr>Problems Encountered</vt:lpstr>
      <vt:lpstr>Plans for Next Week</vt:lpstr>
      <vt:lpstr>Update Meeting 2 </vt:lpstr>
      <vt:lpstr>Tasks Worked On</vt:lpstr>
      <vt:lpstr>Problems Encountered</vt:lpstr>
      <vt:lpstr>Plans for Next Week</vt:lpstr>
      <vt:lpstr>Update Meeting 3</vt:lpstr>
    </vt:vector>
  </TitlesOfParts>
  <Company>Hochschule München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Überschrift Unterüberschrift  Datum/Autor</dc:title>
  <dc:creator>Veronika Thurner</dc:creator>
  <cp:lastModifiedBy>Jan Duchscherer</cp:lastModifiedBy>
  <cp:revision>259</cp:revision>
  <cp:lastPrinted>2025-03-27T09:55:45Z</cp:lastPrinted>
  <dcterms:created xsi:type="dcterms:W3CDTF">2021-01-31T17:46:02Z</dcterms:created>
  <dcterms:modified xsi:type="dcterms:W3CDTF">2025-03-27T10:00:27Z</dcterms:modified>
</cp:coreProperties>
</file>